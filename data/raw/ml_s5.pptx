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61" r:id="rId1"/>
  </p:sldMasterIdLst>
  <p:notesMasterIdLst>
    <p:notesMasterId r:id="rId57"/>
  </p:notesMasterIdLst>
  <p:handoutMasterIdLst>
    <p:handoutMasterId r:id="rId58"/>
  </p:handoutMasterIdLst>
  <p:sldIdLst>
    <p:sldId id="422" r:id="rId2"/>
    <p:sldId id="549" r:id="rId3"/>
    <p:sldId id="487" r:id="rId4"/>
    <p:sldId id="477" r:id="rId5"/>
    <p:sldId id="478" r:id="rId6"/>
    <p:sldId id="480" r:id="rId7"/>
    <p:sldId id="481" r:id="rId8"/>
    <p:sldId id="483" r:id="rId9"/>
    <p:sldId id="484" r:id="rId10"/>
    <p:sldId id="485" r:id="rId11"/>
    <p:sldId id="486" r:id="rId12"/>
    <p:sldId id="499" r:id="rId13"/>
    <p:sldId id="544" r:id="rId14"/>
    <p:sldId id="489" r:id="rId15"/>
    <p:sldId id="497" r:id="rId16"/>
    <p:sldId id="545" r:id="rId17"/>
    <p:sldId id="546" r:id="rId18"/>
    <p:sldId id="495" r:id="rId19"/>
    <p:sldId id="490" r:id="rId20"/>
    <p:sldId id="491" r:id="rId21"/>
    <p:sldId id="492" r:id="rId22"/>
    <p:sldId id="500" r:id="rId23"/>
    <p:sldId id="493" r:id="rId24"/>
    <p:sldId id="494" r:id="rId25"/>
    <p:sldId id="547" r:id="rId26"/>
    <p:sldId id="496" r:id="rId27"/>
    <p:sldId id="501" r:id="rId28"/>
    <p:sldId id="502" r:id="rId29"/>
    <p:sldId id="517" r:id="rId30"/>
    <p:sldId id="528" r:id="rId31"/>
    <p:sldId id="516" r:id="rId32"/>
    <p:sldId id="529" r:id="rId33"/>
    <p:sldId id="503" r:id="rId34"/>
    <p:sldId id="504" r:id="rId35"/>
    <p:sldId id="537" r:id="rId36"/>
    <p:sldId id="539" r:id="rId37"/>
    <p:sldId id="505" r:id="rId38"/>
    <p:sldId id="506" r:id="rId39"/>
    <p:sldId id="507" r:id="rId40"/>
    <p:sldId id="508" r:id="rId41"/>
    <p:sldId id="510" r:id="rId42"/>
    <p:sldId id="538" r:id="rId43"/>
    <p:sldId id="512" r:id="rId44"/>
    <p:sldId id="513" r:id="rId45"/>
    <p:sldId id="514" r:id="rId46"/>
    <p:sldId id="540" r:id="rId47"/>
    <p:sldId id="541" r:id="rId48"/>
    <p:sldId id="527" r:id="rId49"/>
    <p:sldId id="515" r:id="rId50"/>
    <p:sldId id="542" r:id="rId51"/>
    <p:sldId id="543" r:id="rId52"/>
    <p:sldId id="526" r:id="rId53"/>
    <p:sldId id="518" r:id="rId54"/>
    <p:sldId id="530" r:id="rId55"/>
    <p:sldId id="524" r:id="rId56"/>
  </p:sldIdLst>
  <p:sldSz cx="9144000" cy="5143500" type="screen16x9"/>
  <p:notesSz cx="7010400" cy="9296400"/>
  <p:embeddedFontLst>
    <p:embeddedFont>
      <p:font typeface="Cambria Math" panose="02040503050406030204" pitchFamily="18" charset="0"/>
      <p:regular r:id="rId59"/>
    </p:embeddedFont>
    <p:embeddedFont>
      <p:font typeface="Open Sans" panose="020B0606030504020204" pitchFamily="34" charset="0"/>
      <p:regular r:id="rId60"/>
      <p:bold r:id="rId61"/>
      <p:italic r:id="rId62"/>
      <p:boldItalic r:id="rId63"/>
    </p:embeddedFont>
  </p:embeddedFontLst>
  <p:defaultTextStyle>
    <a:defPPr>
      <a:defRPr lang="en-US"/>
    </a:defPPr>
    <a:lvl1pPr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1pPr>
    <a:lvl2pPr marL="4572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2pPr>
    <a:lvl3pPr marL="9144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3pPr>
    <a:lvl4pPr marL="13716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4pPr>
    <a:lvl5pPr marL="18288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on Reifschneider" initials="JR" lastIdx="1" clrIdx="0">
    <p:extLst>
      <p:ext uri="{19B8F6BF-5375-455C-9EA6-DF929625EA0E}">
        <p15:presenceInfo xmlns:p15="http://schemas.microsoft.com/office/powerpoint/2012/main" userId="S::jjr10@duke.edu::adf61fbf-732f-4512-928f-7bd2737fadf2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prnWhat="handouts2" clrMode="bw" frameSlides="1"/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433"/>
    <p:restoredTop sz="96376"/>
  </p:normalViewPr>
  <p:slideViewPr>
    <p:cSldViewPr snapToGrid="0" snapToObjects="1">
      <p:cViewPr varScale="1">
        <p:scale>
          <a:sx n="181" d="100"/>
          <a:sy n="181" d="100"/>
        </p:scale>
        <p:origin x="464" y="176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font" Target="fonts/font5.fntdata"/><Relationship Id="rId68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handoutMaster" Target="handoutMasters/handoutMaster1.xml"/><Relationship Id="rId66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font" Target="fonts/font3.fntdata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commentAuthors" Target="commentAuthor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font" Target="fonts/font1.fntdata"/><Relationship Id="rId67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font" Target="fonts/font2.fntdata"/><Relationship Id="rId6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B99A984-4A80-074F-88D1-7DA5B8EF271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latin typeface="Arial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212F1B4-ED44-504A-B219-D6CB7358A00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970338" y="0"/>
            <a:ext cx="3038475" cy="465138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2F75CFD1-423F-6341-B9E6-7F0902AB8C58}" type="datetime1">
              <a:rPr lang="en-US" altLang="en-US"/>
              <a:pPr>
                <a:defRPr/>
              </a:pPr>
              <a:t>9/23/25</a:t>
            </a:fld>
            <a:endParaRPr lang="en-US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EB7C091-A977-3646-82B8-4087D2EFD19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829675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latin typeface="Arial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D1EE009-30F0-F04E-AB1E-3DEE7D93ABC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970338" y="8829675"/>
            <a:ext cx="3038475" cy="465138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8D487C64-BAF2-3148-A83E-1853D838607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C5D1F0E-1220-9F46-BD67-AE740D2FEEC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8475" cy="465138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A8C05A-3D33-054F-A2E2-9865B3B386A1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970338" y="0"/>
            <a:ext cx="3038475" cy="465138"/>
          </a:xfrm>
          <a:prstGeom prst="rect">
            <a:avLst/>
          </a:prstGeom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F91D22EF-D2F6-C042-8C78-98305ECA2FBD}" type="datetime1">
              <a:rPr lang="en-US" altLang="en-US"/>
              <a:pPr>
                <a:defRPr/>
              </a:pPr>
              <a:t>9/23/25</a:t>
            </a:fld>
            <a:endParaRPr lang="en-US" alt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CCA60385-C3A2-E743-8F84-CF588485BDC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0FC3C097-4388-5747-AB58-7F79793A412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01675" y="4416425"/>
            <a:ext cx="5607050" cy="4183063"/>
          </a:xfrm>
          <a:prstGeom prst="rect">
            <a:avLst/>
          </a:prstGeom>
        </p:spPr>
        <p:txBody>
          <a:bodyPr vert="horz" lIns="93177" tIns="46589" rIns="93177" bIns="46589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E4066E-C0CE-C047-88E3-615BBBFE7154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829675"/>
            <a:ext cx="3038475" cy="465138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0C7E83-6AF9-0A44-802E-291EF3E6DC0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970338" y="8829675"/>
            <a:ext cx="3038475" cy="465138"/>
          </a:xfrm>
          <a:prstGeom prst="rect">
            <a:avLst/>
          </a:prstGeom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417813C2-0D88-2B44-8D66-87A07275F6A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pitchFamily="1" charset="-128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pitchFamily="1" charset="-128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pitchFamily="1" charset="-128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pitchFamily="1" charset="-128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pitchFamily="1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17813C2-0D88-2B44-8D66-87A07275F6A6}" type="slidenum">
              <a:rPr lang="en-US" altLang="en-US" smtClean="0"/>
              <a:pPr>
                <a:defRPr/>
              </a:pPr>
              <a:t>21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5486607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17813C2-0D88-2B44-8D66-87A07275F6A6}" type="slidenum">
              <a:rPr lang="en-US" altLang="en-US" smtClean="0"/>
              <a:pPr>
                <a:defRPr/>
              </a:pPr>
              <a:t>23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202550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- Aeri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>
            <a:extLst>
              <a:ext uri="{FF2B5EF4-FFF2-40B4-BE49-F238E27FC236}">
                <a16:creationId xmlns:a16="http://schemas.microsoft.com/office/drawing/2014/main" id="{E14C1C88-EB41-0F4B-AAA8-143084A38A3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12">
            <a:extLst>
              <a:ext uri="{FF2B5EF4-FFF2-40B4-BE49-F238E27FC236}">
                <a16:creationId xmlns:a16="http://schemas.microsoft.com/office/drawing/2014/main" id="{054D886C-A6B0-1D40-8E9F-DDF4C4693F8B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275638" y="161925"/>
            <a:ext cx="6540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539883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- FCIEM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>
            <a:extLst>
              <a:ext uri="{FF2B5EF4-FFF2-40B4-BE49-F238E27FC236}">
                <a16:creationId xmlns:a16="http://schemas.microsoft.com/office/drawing/2014/main" id="{9BC785DC-496B-1E42-B5DC-69821FFDD74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12">
            <a:extLst>
              <a:ext uri="{FF2B5EF4-FFF2-40B4-BE49-F238E27FC236}">
                <a16:creationId xmlns:a16="http://schemas.microsoft.com/office/drawing/2014/main" id="{3B8D600D-83A1-BE49-ADB0-3C1521F4A65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275638" y="161925"/>
            <a:ext cx="6540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084805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- Spr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>
            <a:extLst>
              <a:ext uri="{FF2B5EF4-FFF2-40B4-BE49-F238E27FC236}">
                <a16:creationId xmlns:a16="http://schemas.microsoft.com/office/drawing/2014/main" id="{833BBE9F-A41D-7241-9E5A-ED29170B912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12">
            <a:extLst>
              <a:ext uri="{FF2B5EF4-FFF2-40B4-BE49-F238E27FC236}">
                <a16:creationId xmlns:a16="http://schemas.microsoft.com/office/drawing/2014/main" id="{ADC9F641-F081-5B4B-83CC-6ADAE2B98E49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275638" y="161925"/>
            <a:ext cx="6540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528265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8DBC914-62BC-3649-BEB4-BD91CBF055F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D7D1687-5D3A-B547-974B-AD28DF7757E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383588" y="4537075"/>
            <a:ext cx="606425" cy="487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00151"/>
            <a:ext cx="8229600" cy="31813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8987283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1EBD51B-ACAB-7042-8D52-94BF5946AC6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5EC1DF3-8571-FF45-AF26-608241B7566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383588" y="4537075"/>
            <a:ext cx="606425" cy="487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600" b="1" cap="all">
                <a:solidFill>
                  <a:srgbClr val="005587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27011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3">
            <a:extLst>
              <a:ext uri="{FF2B5EF4-FFF2-40B4-BE49-F238E27FC236}">
                <a16:creationId xmlns:a16="http://schemas.microsoft.com/office/drawing/2014/main" id="{44513F3E-18D7-354A-BA3C-C51343F3FA6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4">
            <a:extLst>
              <a:ext uri="{FF2B5EF4-FFF2-40B4-BE49-F238E27FC236}">
                <a16:creationId xmlns:a16="http://schemas.microsoft.com/office/drawing/2014/main" id="{E94096B7-B609-AC41-9C13-3955C73145C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383588" y="4537075"/>
            <a:ext cx="606425" cy="487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19722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19722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859924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3">
            <a:extLst>
              <a:ext uri="{FF2B5EF4-FFF2-40B4-BE49-F238E27FC236}">
                <a16:creationId xmlns:a16="http://schemas.microsoft.com/office/drawing/2014/main" id="{4D562D98-0CF7-F04F-BAA4-FC79A47000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4">
            <a:extLst>
              <a:ext uri="{FF2B5EF4-FFF2-40B4-BE49-F238E27FC236}">
                <a16:creationId xmlns:a16="http://schemas.microsoft.com/office/drawing/2014/main" id="{54FB7BF6-55C6-A644-972F-BF0E1C31924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383588" y="4537075"/>
            <a:ext cx="606425" cy="487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391246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944688"/>
            <a:ext cx="4040188" cy="243681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391246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944688"/>
            <a:ext cx="4041775" cy="243681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32168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3">
            <a:extLst>
              <a:ext uri="{FF2B5EF4-FFF2-40B4-BE49-F238E27FC236}">
                <a16:creationId xmlns:a16="http://schemas.microsoft.com/office/drawing/2014/main" id="{450DDF2E-CCB6-0547-A5BF-367109A3858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4">
            <a:extLst>
              <a:ext uri="{FF2B5EF4-FFF2-40B4-BE49-F238E27FC236}">
                <a16:creationId xmlns:a16="http://schemas.microsoft.com/office/drawing/2014/main" id="{3A99C66E-2C0B-5D47-8CAE-FE9A7CE88E0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383588" y="4537075"/>
            <a:ext cx="606425" cy="487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934184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 -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>
            <a:extLst>
              <a:ext uri="{FF2B5EF4-FFF2-40B4-BE49-F238E27FC236}">
                <a16:creationId xmlns:a16="http://schemas.microsoft.com/office/drawing/2014/main" id="{00FCB922-04CA-B649-8B8C-F47E33B9D64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4">
            <a:extLst>
              <a:ext uri="{FF2B5EF4-FFF2-40B4-BE49-F238E27FC236}">
                <a16:creationId xmlns:a16="http://schemas.microsoft.com/office/drawing/2014/main" id="{6E25ABF1-BE5E-B742-8B15-EAFE3157049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383588" y="4537075"/>
            <a:ext cx="606425" cy="487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813050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 - no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>
            <a:extLst>
              <a:ext uri="{FF2B5EF4-FFF2-40B4-BE49-F238E27FC236}">
                <a16:creationId xmlns:a16="http://schemas.microsoft.com/office/drawing/2014/main" id="{EEB7A28A-68F2-0348-9FB9-A55D5798044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007767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bg>
      <p:bgPr>
        <a:blipFill dpi="0" rotWithShape="0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7BBDB4B-434E-5841-8C55-1F2B080437A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827963" y="4133850"/>
            <a:ext cx="889000" cy="711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D860430D-3485-7F49-8822-7405437E5C53}"/>
              </a:ext>
            </a:extLst>
          </p:cNvPr>
          <p:cNvCxnSpPr/>
          <p:nvPr userDrawn="1"/>
        </p:nvCxnSpPr>
        <p:spPr>
          <a:xfrm>
            <a:off x="0" y="309563"/>
            <a:ext cx="9144000" cy="0"/>
          </a:xfrm>
          <a:prstGeom prst="line">
            <a:avLst/>
          </a:prstGeom>
          <a:ln w="38100" cmpd="sng">
            <a:solidFill>
              <a:srgbClr val="E8992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334FF0BE-0153-884F-8F35-C766CB9B5152}"/>
              </a:ext>
            </a:extLst>
          </p:cNvPr>
          <p:cNvSpPr/>
          <p:nvPr/>
        </p:nvSpPr>
        <p:spPr>
          <a:xfrm>
            <a:off x="7600950" y="298450"/>
            <a:ext cx="1543050" cy="517525"/>
          </a:xfrm>
          <a:prstGeom prst="rect">
            <a:avLst/>
          </a:prstGeom>
          <a:solidFill>
            <a:srgbClr val="E899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/>
          </a:p>
        </p:txBody>
      </p:sp>
      <p:pic>
        <p:nvPicPr>
          <p:cNvPr id="9" name="Picture 6">
            <a:extLst>
              <a:ext uri="{FF2B5EF4-FFF2-40B4-BE49-F238E27FC236}">
                <a16:creationId xmlns:a16="http://schemas.microsoft.com/office/drawing/2014/main" id="{C831686F-FC2A-024E-A406-E0A7481F75F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727950" y="403225"/>
            <a:ext cx="97472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itle 12"/>
          <p:cNvSpPr>
            <a:spLocks noGrp="1"/>
          </p:cNvSpPr>
          <p:nvPr>
            <p:ph type="title"/>
          </p:nvPr>
        </p:nvSpPr>
        <p:spPr>
          <a:xfrm>
            <a:off x="407722" y="1983028"/>
            <a:ext cx="8328557" cy="1173525"/>
          </a:xfrm>
        </p:spPr>
        <p:txBody>
          <a:bodyPr/>
          <a:lstStyle>
            <a:lvl1pPr algn="ctr">
              <a:defRPr sz="3600" b="1" spc="30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14"/>
          <p:cNvSpPr>
            <a:spLocks noGrp="1"/>
          </p:cNvSpPr>
          <p:nvPr>
            <p:ph sz="quarter" idx="10"/>
          </p:nvPr>
        </p:nvSpPr>
        <p:spPr>
          <a:xfrm>
            <a:off x="427397" y="3631634"/>
            <a:ext cx="7174159" cy="1215084"/>
          </a:xfrm>
        </p:spPr>
        <p:txBody>
          <a:bodyPr anchor="b"/>
          <a:lstStyle>
            <a:lvl1pPr marL="0" indent="0" algn="l">
              <a:buNone/>
              <a:defRPr sz="2100" baseline="0">
                <a:solidFill>
                  <a:schemeClr val="bg1"/>
                </a:solidFill>
              </a:defRPr>
            </a:lvl1pPr>
            <a:lvl2pPr marL="457178" indent="0">
              <a:buNone/>
              <a:defRPr>
                <a:solidFill>
                  <a:schemeClr val="bg1"/>
                </a:solidFill>
              </a:defRPr>
            </a:lvl2pPr>
            <a:lvl3pPr marL="914355" indent="0">
              <a:buNone/>
              <a:defRPr>
                <a:solidFill>
                  <a:schemeClr val="bg1"/>
                </a:solidFill>
              </a:defRPr>
            </a:lvl3pPr>
            <a:lvl4pPr marL="1371532" indent="0">
              <a:buNone/>
              <a:defRPr>
                <a:solidFill>
                  <a:schemeClr val="bg1"/>
                </a:solidFill>
              </a:defRPr>
            </a:lvl4pPr>
            <a:lvl5pPr marL="1828709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354872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822E64FD-81FF-D943-AFF5-681142E5B9D7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387350"/>
            <a:ext cx="8229600" cy="676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FE861207-7373-4344-BED4-311B44BEAA5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1200150"/>
            <a:ext cx="8229600" cy="339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20" r:id="rId1"/>
    <p:sldLayoutId id="2147483921" r:id="rId2"/>
    <p:sldLayoutId id="2147483922" r:id="rId3"/>
    <p:sldLayoutId id="2147483923" r:id="rId4"/>
    <p:sldLayoutId id="2147483924" r:id="rId5"/>
    <p:sldLayoutId id="2147483925" r:id="rId6"/>
    <p:sldLayoutId id="2147483926" r:id="rId7"/>
    <p:sldLayoutId id="2147483927" r:id="rId8"/>
    <p:sldLayoutId id="2147483928" r:id="rId9"/>
    <p:sldLayoutId id="2147483929" r:id="rId10"/>
    <p:sldLayoutId id="2147483930" r:id="rId11"/>
  </p:sldLayoutIdLst>
  <p:txStyles>
    <p:titleStyle>
      <a:lvl1pPr algn="l" defTabSz="457200" rtl="0" eaLnBrk="1" fontAlgn="base" hangingPunct="1">
        <a:spcBef>
          <a:spcPct val="0"/>
        </a:spcBef>
        <a:spcAft>
          <a:spcPct val="0"/>
        </a:spcAft>
        <a:defRPr sz="4000" b="1" kern="1200">
          <a:solidFill>
            <a:srgbClr val="012169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1pPr>
      <a:lvl2pPr algn="l" defTabSz="457200" rtl="0" eaLnBrk="1" fontAlgn="base" hangingPunct="1">
        <a:spcBef>
          <a:spcPct val="0"/>
        </a:spcBef>
        <a:spcAft>
          <a:spcPct val="0"/>
        </a:spcAft>
        <a:defRPr sz="4000" b="1">
          <a:solidFill>
            <a:srgbClr val="012169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2pPr>
      <a:lvl3pPr algn="l" defTabSz="457200" rtl="0" eaLnBrk="1" fontAlgn="base" hangingPunct="1">
        <a:spcBef>
          <a:spcPct val="0"/>
        </a:spcBef>
        <a:spcAft>
          <a:spcPct val="0"/>
        </a:spcAft>
        <a:defRPr sz="4000" b="1">
          <a:solidFill>
            <a:srgbClr val="012169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3pPr>
      <a:lvl4pPr algn="l" defTabSz="457200" rtl="0" eaLnBrk="1" fontAlgn="base" hangingPunct="1">
        <a:spcBef>
          <a:spcPct val="0"/>
        </a:spcBef>
        <a:spcAft>
          <a:spcPct val="0"/>
        </a:spcAft>
        <a:defRPr sz="4000" b="1">
          <a:solidFill>
            <a:srgbClr val="012169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4pPr>
      <a:lvl5pPr algn="l" defTabSz="457200" rtl="0" eaLnBrk="1" fontAlgn="base" hangingPunct="1">
        <a:spcBef>
          <a:spcPct val="0"/>
        </a:spcBef>
        <a:spcAft>
          <a:spcPct val="0"/>
        </a:spcAft>
        <a:defRPr sz="4000" b="1">
          <a:solidFill>
            <a:srgbClr val="012169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5pPr>
      <a:lvl6pPr marL="457200" algn="l" defTabSz="457200" rtl="0" eaLnBrk="1" fontAlgn="base" hangingPunct="1">
        <a:spcBef>
          <a:spcPct val="0"/>
        </a:spcBef>
        <a:spcAft>
          <a:spcPct val="0"/>
        </a:spcAft>
        <a:defRPr sz="4000">
          <a:solidFill>
            <a:srgbClr val="7F7F7F"/>
          </a:solidFill>
          <a:latin typeface="Arial" charset="0"/>
          <a:ea typeface="ＭＳ Ｐゴシック" pitchFamily="1" charset="-128"/>
        </a:defRPr>
      </a:lvl6pPr>
      <a:lvl7pPr marL="914400" algn="l" defTabSz="457200" rtl="0" eaLnBrk="1" fontAlgn="base" hangingPunct="1">
        <a:spcBef>
          <a:spcPct val="0"/>
        </a:spcBef>
        <a:spcAft>
          <a:spcPct val="0"/>
        </a:spcAft>
        <a:defRPr sz="4000">
          <a:solidFill>
            <a:srgbClr val="7F7F7F"/>
          </a:solidFill>
          <a:latin typeface="Arial" charset="0"/>
          <a:ea typeface="ＭＳ Ｐゴシック" pitchFamily="1" charset="-128"/>
        </a:defRPr>
      </a:lvl7pPr>
      <a:lvl8pPr marL="1371600" algn="l" defTabSz="457200" rtl="0" eaLnBrk="1" fontAlgn="base" hangingPunct="1">
        <a:spcBef>
          <a:spcPct val="0"/>
        </a:spcBef>
        <a:spcAft>
          <a:spcPct val="0"/>
        </a:spcAft>
        <a:defRPr sz="4000">
          <a:solidFill>
            <a:srgbClr val="7F7F7F"/>
          </a:solidFill>
          <a:latin typeface="Arial" charset="0"/>
          <a:ea typeface="ＭＳ Ｐゴシック" pitchFamily="1" charset="-128"/>
        </a:defRPr>
      </a:lvl8pPr>
      <a:lvl9pPr marL="1828800" algn="l" defTabSz="457200" rtl="0" eaLnBrk="1" fontAlgn="base" hangingPunct="1">
        <a:spcBef>
          <a:spcPct val="0"/>
        </a:spcBef>
        <a:spcAft>
          <a:spcPct val="0"/>
        </a:spcAft>
        <a:defRPr sz="4000">
          <a:solidFill>
            <a:srgbClr val="7F7F7F"/>
          </a:solidFill>
          <a:latin typeface="Arial" charset="0"/>
          <a:ea typeface="ＭＳ Ｐゴシック" pitchFamily="1" charset="-128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rgbClr val="404040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1pPr>
      <a:lvl2pPr marL="742950" indent="-28575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rgbClr val="404040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2pPr>
      <a:lvl3pPr marL="11430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rgbClr val="404040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3pPr>
      <a:lvl4pPr marL="16002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rgbClr val="404040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4pPr>
      <a:lvl5pPr marL="20574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rgbClr val="404040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2.jpe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13" Type="http://schemas.openxmlformats.org/officeDocument/2006/relationships/image" Target="../media/image27.png"/><Relationship Id="rId18" Type="http://schemas.openxmlformats.org/officeDocument/2006/relationships/image" Target="../media/image180.png"/><Relationship Id="rId3" Type="http://schemas.openxmlformats.org/officeDocument/2006/relationships/image" Target="../media/image16.png"/><Relationship Id="rId7" Type="http://schemas.openxmlformats.org/officeDocument/2006/relationships/image" Target="../media/image18.png"/><Relationship Id="rId12" Type="http://schemas.openxmlformats.org/officeDocument/2006/relationships/image" Target="../media/image26.png"/><Relationship Id="rId17" Type="http://schemas.openxmlformats.org/officeDocument/2006/relationships/image" Target="../media/image31.png"/><Relationship Id="rId2" Type="http://schemas.openxmlformats.org/officeDocument/2006/relationships/image" Target="../media/image150.png"/><Relationship Id="rId16" Type="http://schemas.openxmlformats.org/officeDocument/2006/relationships/image" Target="../media/image30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0.png"/><Relationship Id="rId11" Type="http://schemas.openxmlformats.org/officeDocument/2006/relationships/image" Target="../media/image25.png"/><Relationship Id="rId5" Type="http://schemas.openxmlformats.org/officeDocument/2006/relationships/image" Target="../media/image19.png"/><Relationship Id="rId15" Type="http://schemas.openxmlformats.org/officeDocument/2006/relationships/image" Target="../media/image29.png"/><Relationship Id="rId10" Type="http://schemas.openxmlformats.org/officeDocument/2006/relationships/image" Target="../media/image24.png"/><Relationship Id="rId19" Type="http://schemas.openxmlformats.org/officeDocument/2006/relationships/image" Target="../media/image33.png"/><Relationship Id="rId4" Type="http://schemas.openxmlformats.org/officeDocument/2006/relationships/image" Target="../media/image17.png"/><Relationship Id="rId9" Type="http://schemas.openxmlformats.org/officeDocument/2006/relationships/image" Target="../media/image23.png"/><Relationship Id="rId14" Type="http://schemas.openxmlformats.org/officeDocument/2006/relationships/image" Target="../media/image28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3" Type="http://schemas.openxmlformats.org/officeDocument/2006/relationships/image" Target="../media/image35.png"/><Relationship Id="rId7" Type="http://schemas.openxmlformats.org/officeDocument/2006/relationships/image" Target="../media/image41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6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5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0.png"/><Relationship Id="rId3" Type="http://schemas.openxmlformats.org/officeDocument/2006/relationships/image" Target="../media/image49.png"/><Relationship Id="rId7" Type="http://schemas.openxmlformats.org/officeDocument/2006/relationships/image" Target="../media/image53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2.png"/><Relationship Id="rId5" Type="http://schemas.openxmlformats.org/officeDocument/2006/relationships/image" Target="../media/image51.png"/><Relationship Id="rId4" Type="http://schemas.openxmlformats.org/officeDocument/2006/relationships/image" Target="../media/image50.png"/><Relationship Id="rId9" Type="http://schemas.openxmlformats.org/officeDocument/2006/relationships/image" Target="../media/image5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59.png"/><Relationship Id="rId4" Type="http://schemas.openxmlformats.org/officeDocument/2006/relationships/image" Target="../media/image47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7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0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.png"/><Relationship Id="rId13" Type="http://schemas.openxmlformats.org/officeDocument/2006/relationships/image" Target="../media/image72.png"/><Relationship Id="rId18" Type="http://schemas.openxmlformats.org/officeDocument/2006/relationships/image" Target="../media/image77.png"/><Relationship Id="rId26" Type="http://schemas.openxmlformats.org/officeDocument/2006/relationships/image" Target="../media/image85.png"/><Relationship Id="rId3" Type="http://schemas.openxmlformats.org/officeDocument/2006/relationships/image" Target="../media/image58.png"/><Relationship Id="rId21" Type="http://schemas.openxmlformats.org/officeDocument/2006/relationships/image" Target="../media/image80.png"/><Relationship Id="rId7" Type="http://schemas.openxmlformats.org/officeDocument/2006/relationships/image" Target="../media/image63.png"/><Relationship Id="rId12" Type="http://schemas.openxmlformats.org/officeDocument/2006/relationships/image" Target="../media/image71.png"/><Relationship Id="rId17" Type="http://schemas.openxmlformats.org/officeDocument/2006/relationships/image" Target="../media/image76.png"/><Relationship Id="rId25" Type="http://schemas.openxmlformats.org/officeDocument/2006/relationships/image" Target="../media/image84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75.png"/><Relationship Id="rId20" Type="http://schemas.openxmlformats.org/officeDocument/2006/relationships/image" Target="../media/image79.png"/><Relationship Id="rId29" Type="http://schemas.openxmlformats.org/officeDocument/2006/relationships/image" Target="../media/image88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62.png"/><Relationship Id="rId11" Type="http://schemas.openxmlformats.org/officeDocument/2006/relationships/image" Target="../media/image70.png"/><Relationship Id="rId24" Type="http://schemas.openxmlformats.org/officeDocument/2006/relationships/image" Target="../media/image83.png"/><Relationship Id="rId32" Type="http://schemas.openxmlformats.org/officeDocument/2006/relationships/image" Target="../media/image91.png"/><Relationship Id="rId5" Type="http://schemas.openxmlformats.org/officeDocument/2006/relationships/image" Target="../media/image61.png"/><Relationship Id="rId15" Type="http://schemas.openxmlformats.org/officeDocument/2006/relationships/image" Target="../media/image74.png"/><Relationship Id="rId23" Type="http://schemas.openxmlformats.org/officeDocument/2006/relationships/image" Target="../media/image82.png"/><Relationship Id="rId28" Type="http://schemas.openxmlformats.org/officeDocument/2006/relationships/image" Target="../media/image87.png"/><Relationship Id="rId10" Type="http://schemas.openxmlformats.org/officeDocument/2006/relationships/image" Target="../media/image69.png"/><Relationship Id="rId19" Type="http://schemas.openxmlformats.org/officeDocument/2006/relationships/image" Target="../media/image78.png"/><Relationship Id="rId31" Type="http://schemas.openxmlformats.org/officeDocument/2006/relationships/image" Target="../media/image90.png"/><Relationship Id="rId4" Type="http://schemas.openxmlformats.org/officeDocument/2006/relationships/image" Target="../media/image60.png"/><Relationship Id="rId9" Type="http://schemas.openxmlformats.org/officeDocument/2006/relationships/image" Target="../media/image68.png"/><Relationship Id="rId14" Type="http://schemas.openxmlformats.org/officeDocument/2006/relationships/image" Target="../media/image73.png"/><Relationship Id="rId22" Type="http://schemas.openxmlformats.org/officeDocument/2006/relationships/image" Target="../media/image81.png"/><Relationship Id="rId27" Type="http://schemas.openxmlformats.org/officeDocument/2006/relationships/image" Target="../media/image86.png"/><Relationship Id="rId30" Type="http://schemas.openxmlformats.org/officeDocument/2006/relationships/image" Target="../media/image89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1.png"/><Relationship Id="rId13" Type="http://schemas.openxmlformats.org/officeDocument/2006/relationships/image" Target="../media/image24.png"/><Relationship Id="rId3" Type="http://schemas.openxmlformats.org/officeDocument/2006/relationships/image" Target="../media/image96.png"/><Relationship Id="rId7" Type="http://schemas.openxmlformats.org/officeDocument/2006/relationships/image" Target="../media/image100.png"/><Relationship Id="rId12" Type="http://schemas.openxmlformats.org/officeDocument/2006/relationships/image" Target="../media/image105.png"/><Relationship Id="rId17" Type="http://schemas.openxmlformats.org/officeDocument/2006/relationships/image" Target="../media/image109.png"/><Relationship Id="rId2" Type="http://schemas.openxmlformats.org/officeDocument/2006/relationships/image" Target="../media/image95.png"/><Relationship Id="rId16" Type="http://schemas.openxmlformats.org/officeDocument/2006/relationships/image" Target="../media/image108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99.png"/><Relationship Id="rId11" Type="http://schemas.openxmlformats.org/officeDocument/2006/relationships/image" Target="../media/image104.png"/><Relationship Id="rId5" Type="http://schemas.openxmlformats.org/officeDocument/2006/relationships/image" Target="../media/image98.png"/><Relationship Id="rId15" Type="http://schemas.openxmlformats.org/officeDocument/2006/relationships/image" Target="../media/image107.png"/><Relationship Id="rId10" Type="http://schemas.openxmlformats.org/officeDocument/2006/relationships/image" Target="../media/image103.png"/><Relationship Id="rId4" Type="http://schemas.openxmlformats.org/officeDocument/2006/relationships/image" Target="../media/image97.png"/><Relationship Id="rId9" Type="http://schemas.openxmlformats.org/officeDocument/2006/relationships/image" Target="../media/image102.png"/><Relationship Id="rId14" Type="http://schemas.openxmlformats.org/officeDocument/2006/relationships/image" Target="../media/image106.png"/></Relationships>
</file>

<file path=ppt/slides/_rels/slide25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19.png"/><Relationship Id="rId18" Type="http://schemas.openxmlformats.org/officeDocument/2006/relationships/image" Target="../media/image124.png"/><Relationship Id="rId26" Type="http://schemas.openxmlformats.org/officeDocument/2006/relationships/image" Target="../media/image132.png"/><Relationship Id="rId39" Type="http://schemas.openxmlformats.org/officeDocument/2006/relationships/image" Target="../media/image145.png"/><Relationship Id="rId21" Type="http://schemas.openxmlformats.org/officeDocument/2006/relationships/image" Target="../media/image127.png"/><Relationship Id="rId34" Type="http://schemas.openxmlformats.org/officeDocument/2006/relationships/image" Target="../media/image140.png"/><Relationship Id="rId7" Type="http://schemas.openxmlformats.org/officeDocument/2006/relationships/image" Target="../media/image113.png"/><Relationship Id="rId12" Type="http://schemas.openxmlformats.org/officeDocument/2006/relationships/image" Target="../media/image118.png"/><Relationship Id="rId17" Type="http://schemas.openxmlformats.org/officeDocument/2006/relationships/image" Target="../media/image123.png"/><Relationship Id="rId25" Type="http://schemas.openxmlformats.org/officeDocument/2006/relationships/image" Target="../media/image131.png"/><Relationship Id="rId33" Type="http://schemas.openxmlformats.org/officeDocument/2006/relationships/image" Target="../media/image139.png"/><Relationship Id="rId38" Type="http://schemas.openxmlformats.org/officeDocument/2006/relationships/image" Target="../media/image144.png"/><Relationship Id="rId2" Type="http://schemas.openxmlformats.org/officeDocument/2006/relationships/image" Target="../media/image580.png"/><Relationship Id="rId16" Type="http://schemas.openxmlformats.org/officeDocument/2006/relationships/image" Target="../media/image49.jpeg"/><Relationship Id="rId20" Type="http://schemas.openxmlformats.org/officeDocument/2006/relationships/image" Target="../media/image126.png"/><Relationship Id="rId29" Type="http://schemas.openxmlformats.org/officeDocument/2006/relationships/image" Target="../media/image135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12.png"/><Relationship Id="rId11" Type="http://schemas.openxmlformats.org/officeDocument/2006/relationships/image" Target="../media/image117.png"/><Relationship Id="rId24" Type="http://schemas.openxmlformats.org/officeDocument/2006/relationships/image" Target="../media/image130.png"/><Relationship Id="rId32" Type="http://schemas.openxmlformats.org/officeDocument/2006/relationships/image" Target="../media/image138.png"/><Relationship Id="rId37" Type="http://schemas.openxmlformats.org/officeDocument/2006/relationships/image" Target="../media/image143.png"/><Relationship Id="rId5" Type="http://schemas.openxmlformats.org/officeDocument/2006/relationships/image" Target="../media/image111.png"/><Relationship Id="rId15" Type="http://schemas.openxmlformats.org/officeDocument/2006/relationships/image" Target="../media/image121.png"/><Relationship Id="rId23" Type="http://schemas.openxmlformats.org/officeDocument/2006/relationships/image" Target="../media/image129.png"/><Relationship Id="rId28" Type="http://schemas.openxmlformats.org/officeDocument/2006/relationships/image" Target="../media/image134.png"/><Relationship Id="rId36" Type="http://schemas.openxmlformats.org/officeDocument/2006/relationships/image" Target="../media/image142.png"/><Relationship Id="rId10" Type="http://schemas.openxmlformats.org/officeDocument/2006/relationships/image" Target="../media/image116.png"/><Relationship Id="rId19" Type="http://schemas.openxmlformats.org/officeDocument/2006/relationships/image" Target="../media/image125.png"/><Relationship Id="rId31" Type="http://schemas.openxmlformats.org/officeDocument/2006/relationships/image" Target="../media/image137.png"/><Relationship Id="rId4" Type="http://schemas.openxmlformats.org/officeDocument/2006/relationships/image" Target="../media/image110.png"/><Relationship Id="rId9" Type="http://schemas.openxmlformats.org/officeDocument/2006/relationships/image" Target="../media/image115.png"/><Relationship Id="rId14" Type="http://schemas.openxmlformats.org/officeDocument/2006/relationships/image" Target="../media/image120.png"/><Relationship Id="rId22" Type="http://schemas.openxmlformats.org/officeDocument/2006/relationships/image" Target="../media/image128.png"/><Relationship Id="rId27" Type="http://schemas.openxmlformats.org/officeDocument/2006/relationships/image" Target="../media/image133.png"/><Relationship Id="rId30" Type="http://schemas.openxmlformats.org/officeDocument/2006/relationships/image" Target="../media/image136.png"/><Relationship Id="rId35" Type="http://schemas.openxmlformats.org/officeDocument/2006/relationships/image" Target="../media/image141.png"/><Relationship Id="rId8" Type="http://schemas.openxmlformats.org/officeDocument/2006/relationships/image" Target="../media/image114.png"/><Relationship Id="rId3" Type="http://schemas.openxmlformats.org/officeDocument/2006/relationships/image" Target="../media/image650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6.png"/><Relationship Id="rId2" Type="http://schemas.openxmlformats.org/officeDocument/2006/relationships/image" Target="../media/image122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47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3.png"/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8.png"/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51.png"/><Relationship Id="rId4" Type="http://schemas.openxmlformats.org/officeDocument/2006/relationships/image" Target="../media/image149.pn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2.png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4.png"/><Relationship Id="rId2" Type="http://schemas.openxmlformats.org/officeDocument/2006/relationships/image" Target="../media/image153.png"/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6.jpeg"/><Relationship Id="rId2" Type="http://schemas.openxmlformats.org/officeDocument/2006/relationships/image" Target="../media/image155.png"/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7.png"/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8.png"/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0.png"/><Relationship Id="rId2" Type="http://schemas.openxmlformats.org/officeDocument/2006/relationships/image" Target="../media/image190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710.png"/><Relationship Id="rId4" Type="http://schemas.openxmlformats.org/officeDocument/2006/relationships/image" Target="../media/image700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0.png"/><Relationship Id="rId2" Type="http://schemas.openxmlformats.org/officeDocument/2006/relationships/image" Target="../media/image240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60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0.png"/><Relationship Id="rId7" Type="http://schemas.openxmlformats.org/officeDocument/2006/relationships/image" Target="../media/image770.png"/><Relationship Id="rId2" Type="http://schemas.openxmlformats.org/officeDocument/2006/relationships/image" Target="../media/image720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760.png"/><Relationship Id="rId5" Type="http://schemas.openxmlformats.org/officeDocument/2006/relationships/image" Target="../media/image750.png"/><Relationship Id="rId4" Type="http://schemas.openxmlformats.org/officeDocument/2006/relationships/image" Target="../media/image200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9.tiff"/><Relationship Id="rId2" Type="http://schemas.openxmlformats.org/officeDocument/2006/relationships/image" Target="../media/image210.png"/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0.png"/><Relationship Id="rId2" Type="http://schemas.openxmlformats.org/officeDocument/2006/relationships/image" Target="../media/image280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00.png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0.png"/><Relationship Id="rId1" Type="http://schemas.openxmlformats.org/officeDocument/2006/relationships/slideLayout" Target="../slideLayouts/slideLayout4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1.png"/><Relationship Id="rId1" Type="http://schemas.openxmlformats.org/officeDocument/2006/relationships/slideLayout" Target="../slideLayouts/slideLayout4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2.png"/><Relationship Id="rId1" Type="http://schemas.openxmlformats.org/officeDocument/2006/relationships/slideLayout" Target="../slideLayouts/slideLayout4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3.png"/><Relationship Id="rId1" Type="http://schemas.openxmlformats.org/officeDocument/2006/relationships/slideLayout" Target="../slideLayouts/slideLayout4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4.png"/><Relationship Id="rId1" Type="http://schemas.openxmlformats.org/officeDocument/2006/relationships/slideLayout" Target="../slideLayouts/slideLayout4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6.png"/><Relationship Id="rId2" Type="http://schemas.openxmlformats.org/officeDocument/2006/relationships/image" Target="../media/image165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67.png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8.png"/><Relationship Id="rId1" Type="http://schemas.openxmlformats.org/officeDocument/2006/relationships/slideLayout" Target="../slideLayouts/slideLayout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D064CA-C15A-2842-81A4-0DFB35E5F0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988" y="1805748"/>
            <a:ext cx="8328025" cy="1874575"/>
          </a:xfrm>
        </p:spPr>
        <p:txBody>
          <a:bodyPr/>
          <a:lstStyle/>
          <a:p>
            <a:pPr>
              <a:defRPr/>
            </a:pPr>
            <a:r>
              <a:rPr lang="en-US" dirty="0"/>
              <a:t>Modeling Process &amp; Algorithms</a:t>
            </a:r>
            <a:br>
              <a:rPr lang="en-US" dirty="0"/>
            </a:br>
            <a:br>
              <a:rPr lang="en-US" dirty="0"/>
            </a:br>
            <a:r>
              <a:rPr lang="en-US" sz="2400" dirty="0"/>
              <a:t>Week 5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291472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00835E-61A9-4B45-3EB6-71C9DBF8CD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2800" dirty="0">
                <a:solidFill>
                  <a:schemeClr val="tx1"/>
                </a:solidFill>
              </a:rPr>
              <a:t>https://</a:t>
            </a:r>
            <a:r>
              <a:rPr lang="en-US" sz="2800" dirty="0" err="1">
                <a:solidFill>
                  <a:schemeClr val="tx1"/>
                </a:solidFill>
              </a:rPr>
              <a:t>classwise.org</a:t>
            </a:r>
            <a:r>
              <a:rPr lang="en-US" sz="2800" dirty="0">
                <a:solidFill>
                  <a:schemeClr val="tx1"/>
                </a:solidFill>
              </a:rPr>
              <a:t>/student/quiz/89ef76e5-f054-4500-a4cc-1a4b5b5e67de</a:t>
            </a:r>
          </a:p>
        </p:txBody>
      </p:sp>
    </p:spTree>
    <p:extLst>
      <p:ext uri="{BB962C8B-B14F-4D97-AF65-F5344CB8AC3E}">
        <p14:creationId xmlns:p14="http://schemas.microsoft.com/office/powerpoint/2010/main" val="2729104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F3E54E-54C4-B04A-83FC-D35BE602F2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Classification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600DD1-614E-6741-BBC1-6A0F631796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00151"/>
            <a:ext cx="5801248" cy="3181350"/>
          </a:xfrm>
        </p:spPr>
        <p:txBody>
          <a:bodyPr/>
          <a:lstStyle/>
          <a:p>
            <a:pPr>
              <a:spcAft>
                <a:spcPts val="200"/>
              </a:spcAft>
            </a:pPr>
            <a:r>
              <a:rPr lang="en-US" sz="1800" dirty="0"/>
              <a:t>Classification models predict a categorical target:</a:t>
            </a:r>
          </a:p>
          <a:p>
            <a:pPr lvl="1">
              <a:spcAft>
                <a:spcPts val="200"/>
              </a:spcAft>
            </a:pPr>
            <a:r>
              <a:rPr lang="en-US" sz="1400" dirty="0"/>
              <a:t>Handwritten characters</a:t>
            </a:r>
          </a:p>
          <a:p>
            <a:pPr lvl="1">
              <a:spcAft>
                <a:spcPts val="200"/>
              </a:spcAft>
            </a:pPr>
            <a:r>
              <a:rPr lang="en-US" sz="1400" dirty="0"/>
              <a:t>Benign vs. malignant tumors</a:t>
            </a:r>
          </a:p>
          <a:p>
            <a:pPr lvl="1">
              <a:spcAft>
                <a:spcPts val="200"/>
              </a:spcAft>
            </a:pPr>
            <a:r>
              <a:rPr lang="en-US" sz="1400" dirty="0"/>
              <a:t>Type of lung disease</a:t>
            </a:r>
          </a:p>
          <a:p>
            <a:pPr lvl="1">
              <a:spcAft>
                <a:spcPts val="200"/>
              </a:spcAft>
            </a:pPr>
            <a:r>
              <a:rPr lang="en-US" sz="1400" dirty="0"/>
              <a:t>What word comes next in </a:t>
            </a:r>
            <a:r>
              <a:rPr lang="en-US" sz="1400"/>
              <a:t>a sequence</a:t>
            </a:r>
            <a:endParaRPr lang="en-US" sz="1400" dirty="0"/>
          </a:p>
          <a:p>
            <a:pPr>
              <a:spcAft>
                <a:spcPts val="200"/>
              </a:spcAft>
            </a:pPr>
            <a:r>
              <a:rPr lang="en-US" sz="1800" dirty="0"/>
              <a:t>We can have two (binary) or more classes</a:t>
            </a:r>
          </a:p>
          <a:p>
            <a:pPr>
              <a:spcAft>
                <a:spcPts val="200"/>
              </a:spcAft>
            </a:pPr>
            <a:r>
              <a:rPr lang="en-US" sz="1800" dirty="0"/>
              <a:t>Classes can also be numerical in nature through binning:</a:t>
            </a:r>
          </a:p>
          <a:p>
            <a:pPr lvl="1">
              <a:spcAft>
                <a:spcPts val="200"/>
              </a:spcAft>
            </a:pPr>
            <a:r>
              <a:rPr lang="en-US" sz="1400" dirty="0"/>
              <a:t>Income in bins of $10k</a:t>
            </a:r>
          </a:p>
          <a:p>
            <a:pPr lvl="1">
              <a:spcAft>
                <a:spcPts val="200"/>
              </a:spcAft>
            </a:pPr>
            <a:r>
              <a:rPr lang="en-US" sz="1400" dirty="0"/>
              <a:t>Sales lead scoring 1-5</a:t>
            </a:r>
          </a:p>
          <a:p>
            <a:pPr>
              <a:spcAft>
                <a:spcPts val="200"/>
              </a:spcAft>
            </a:pPr>
            <a:r>
              <a:rPr lang="en-US" sz="1800" dirty="0"/>
              <a:t>Unlike regression, classification models cannot extrapolate</a:t>
            </a:r>
          </a:p>
        </p:txBody>
      </p:sp>
      <p:pic>
        <p:nvPicPr>
          <p:cNvPr id="5122" name="Picture 2" descr="How to read chest x-rays – International Emergency Medicine Education  Project">
            <a:extLst>
              <a:ext uri="{FF2B5EF4-FFF2-40B4-BE49-F238E27FC236}">
                <a16:creationId xmlns:a16="http://schemas.microsoft.com/office/drawing/2014/main" id="{9818009B-3CF4-0D43-96E9-899F1ACE14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14496" y="3647168"/>
            <a:ext cx="1204966" cy="12001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A4FD7C9-3545-3948-8C3E-2E636CC528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04555" y="734333"/>
            <a:ext cx="1214907" cy="1200151"/>
          </a:xfrm>
          <a:prstGeom prst="rect">
            <a:avLst/>
          </a:prstGeom>
        </p:spPr>
      </p:pic>
      <p:pic>
        <p:nvPicPr>
          <p:cNvPr id="5124" name="Picture 4" descr="Cats vs. Dogs | Speech &amp; Debate | About magazine | Stark County">
            <a:extLst>
              <a:ext uri="{FF2B5EF4-FFF2-40B4-BE49-F238E27FC236}">
                <a16:creationId xmlns:a16="http://schemas.microsoft.com/office/drawing/2014/main" id="{02C25677-B48F-A640-918C-E3300D28F6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3797" y="2149129"/>
            <a:ext cx="2406364" cy="12833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880956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A8C42F-0058-2C40-8B1E-A4262F993B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Let’s Tackle a Classification 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526D8C-B7B4-9C40-8B97-4805B9AAC2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00151"/>
            <a:ext cx="8229600" cy="870696"/>
          </a:xfrm>
        </p:spPr>
        <p:txBody>
          <a:bodyPr/>
          <a:lstStyle/>
          <a:p>
            <a:r>
              <a:rPr lang="en-US" sz="1600" dirty="0"/>
              <a:t>We now want to predict a class (e.g. 0 or 1) rather than a numerical target</a:t>
            </a:r>
          </a:p>
          <a:p>
            <a:r>
              <a:rPr lang="en-US" sz="1600" dirty="0"/>
              <a:t>We could use linear regression to do so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5E70DE12-56F5-184C-A9A3-6C2FCE6B5807}"/>
              </a:ext>
            </a:extLst>
          </p:cNvPr>
          <p:cNvGrpSpPr/>
          <p:nvPr/>
        </p:nvGrpSpPr>
        <p:grpSpPr>
          <a:xfrm>
            <a:off x="457201" y="2056366"/>
            <a:ext cx="4436357" cy="3008312"/>
            <a:chOff x="4345194" y="2247108"/>
            <a:chExt cx="4436357" cy="3008312"/>
          </a:xfrm>
        </p:grpSpPr>
        <p:grpSp>
          <p:nvGrpSpPr>
            <p:cNvPr id="6" name="Group 4">
              <a:extLst>
                <a:ext uri="{FF2B5EF4-FFF2-40B4-BE49-F238E27FC236}">
                  <a16:creationId xmlns:a16="http://schemas.microsoft.com/office/drawing/2014/main" id="{FA859897-2FE4-7040-A58A-CA38EA795A5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19138" y="2247108"/>
              <a:ext cx="4062413" cy="3008312"/>
              <a:chOff x="1595" y="1753"/>
              <a:chExt cx="2559" cy="1895"/>
            </a:xfrm>
          </p:grpSpPr>
          <p:grpSp>
            <p:nvGrpSpPr>
              <p:cNvPr id="8" name="Group 5">
                <a:extLst>
                  <a:ext uri="{FF2B5EF4-FFF2-40B4-BE49-F238E27FC236}">
                    <a16:creationId xmlns:a16="http://schemas.microsoft.com/office/drawing/2014/main" id="{98CE20A6-4F2E-7E4F-AFA5-2701D583636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595" y="1753"/>
                <a:ext cx="2558" cy="1582"/>
                <a:chOff x="1595" y="1753"/>
                <a:chExt cx="2558" cy="1582"/>
              </a:xfrm>
            </p:grpSpPr>
            <p:sp>
              <p:nvSpPr>
                <p:cNvPr id="1345" name="Line 7">
                  <a:extLst>
                    <a:ext uri="{FF2B5EF4-FFF2-40B4-BE49-F238E27FC236}">
                      <a16:creationId xmlns:a16="http://schemas.microsoft.com/office/drawing/2014/main" id="{33A3764B-5559-194E-960B-216882111C7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784" y="3291"/>
                  <a:ext cx="19" cy="1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346" name="Line 8">
                  <a:extLst>
                    <a:ext uri="{FF2B5EF4-FFF2-40B4-BE49-F238E27FC236}">
                      <a16:creationId xmlns:a16="http://schemas.microsoft.com/office/drawing/2014/main" id="{F5BAAD8B-EB70-4145-AF50-FD12401C23E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765" y="3222"/>
                  <a:ext cx="38" cy="1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347" name="Rectangle 9">
                  <a:extLst>
                    <a:ext uri="{FF2B5EF4-FFF2-40B4-BE49-F238E27FC236}">
                      <a16:creationId xmlns:a16="http://schemas.microsoft.com/office/drawing/2014/main" id="{FAAF35D1-0FD7-DA4D-9109-A3CDDDA5703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95" y="3191"/>
                  <a:ext cx="167" cy="14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/>
                <a:p>
                  <a:r>
                    <a:rPr lang="en-US" sz="1500">
                      <a:solidFill>
                        <a:srgbClr val="000000"/>
                      </a:solidFill>
                      <a:latin typeface="Arial" pitchFamily="34" charset="0"/>
                    </a:rPr>
                    <a:t>0.0</a:t>
                  </a:r>
                  <a:endParaRPr lang="en-US" sz="3200">
                    <a:latin typeface="Times New Roman" pitchFamily="18" charset="0"/>
                  </a:endParaRPr>
                </a:p>
              </p:txBody>
            </p:sp>
            <p:sp>
              <p:nvSpPr>
                <p:cNvPr id="1348" name="Line 10">
                  <a:extLst>
                    <a:ext uri="{FF2B5EF4-FFF2-40B4-BE49-F238E27FC236}">
                      <a16:creationId xmlns:a16="http://schemas.microsoft.com/office/drawing/2014/main" id="{E310635B-AC8E-5248-A819-2399B8485AE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784" y="3153"/>
                  <a:ext cx="19" cy="1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349" name="Line 11">
                  <a:extLst>
                    <a:ext uri="{FF2B5EF4-FFF2-40B4-BE49-F238E27FC236}">
                      <a16:creationId xmlns:a16="http://schemas.microsoft.com/office/drawing/2014/main" id="{3CCDFADD-34C8-CB4D-A1F0-18E1A783B51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765" y="3084"/>
                  <a:ext cx="38" cy="1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350" name="Line 12">
                  <a:extLst>
                    <a:ext uri="{FF2B5EF4-FFF2-40B4-BE49-F238E27FC236}">
                      <a16:creationId xmlns:a16="http://schemas.microsoft.com/office/drawing/2014/main" id="{9FA313F1-6329-8F46-AE6A-6F9B93336A4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784" y="3009"/>
                  <a:ext cx="19" cy="1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351" name="Line 13">
                  <a:extLst>
                    <a:ext uri="{FF2B5EF4-FFF2-40B4-BE49-F238E27FC236}">
                      <a16:creationId xmlns:a16="http://schemas.microsoft.com/office/drawing/2014/main" id="{E9408B96-0708-F64A-A093-D52C442AFB1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765" y="2940"/>
                  <a:ext cx="38" cy="1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352" name="Rectangle 14">
                  <a:extLst>
                    <a:ext uri="{FF2B5EF4-FFF2-40B4-BE49-F238E27FC236}">
                      <a16:creationId xmlns:a16="http://schemas.microsoft.com/office/drawing/2014/main" id="{278F3CBC-C9ED-C24D-97D2-A09665092B1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95" y="2908"/>
                  <a:ext cx="167" cy="14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/>
                <a:p>
                  <a:r>
                    <a:rPr lang="en-US" sz="1500" dirty="0">
                      <a:solidFill>
                        <a:srgbClr val="000000"/>
                      </a:solidFill>
                      <a:latin typeface="Arial" pitchFamily="34" charset="0"/>
                    </a:rPr>
                    <a:t>0.2</a:t>
                  </a:r>
                  <a:endParaRPr lang="en-US" sz="3200" dirty="0">
                    <a:latin typeface="Times New Roman" pitchFamily="18" charset="0"/>
                  </a:endParaRPr>
                </a:p>
              </p:txBody>
            </p:sp>
            <p:sp>
              <p:nvSpPr>
                <p:cNvPr id="1353" name="Line 15">
                  <a:extLst>
                    <a:ext uri="{FF2B5EF4-FFF2-40B4-BE49-F238E27FC236}">
                      <a16:creationId xmlns:a16="http://schemas.microsoft.com/office/drawing/2014/main" id="{B7C052FC-78B8-4644-AAE1-07242491A19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784" y="2870"/>
                  <a:ext cx="19" cy="1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354" name="Line 16">
                  <a:extLst>
                    <a:ext uri="{FF2B5EF4-FFF2-40B4-BE49-F238E27FC236}">
                      <a16:creationId xmlns:a16="http://schemas.microsoft.com/office/drawing/2014/main" id="{E9BC4BEB-0A80-6144-A6A0-61BFD4A8AB6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765" y="2801"/>
                  <a:ext cx="38" cy="1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355" name="Line 17">
                  <a:extLst>
                    <a:ext uri="{FF2B5EF4-FFF2-40B4-BE49-F238E27FC236}">
                      <a16:creationId xmlns:a16="http://schemas.microsoft.com/office/drawing/2014/main" id="{345607AA-B857-BD42-A538-45A9FE92B61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784" y="2732"/>
                  <a:ext cx="19" cy="1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356" name="Line 18">
                  <a:extLst>
                    <a:ext uri="{FF2B5EF4-FFF2-40B4-BE49-F238E27FC236}">
                      <a16:creationId xmlns:a16="http://schemas.microsoft.com/office/drawing/2014/main" id="{E5A050C9-D94B-CD4D-AEFE-4D5D3E011DE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765" y="2663"/>
                  <a:ext cx="38" cy="1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357" name="Rectangle 19">
                  <a:extLst>
                    <a:ext uri="{FF2B5EF4-FFF2-40B4-BE49-F238E27FC236}">
                      <a16:creationId xmlns:a16="http://schemas.microsoft.com/office/drawing/2014/main" id="{62763D5A-0380-3F48-84E0-76F51216B38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95" y="2608"/>
                  <a:ext cx="167" cy="14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/>
                <a:p>
                  <a:r>
                    <a:rPr lang="en-US" sz="1500" dirty="0">
                      <a:solidFill>
                        <a:srgbClr val="000000"/>
                      </a:solidFill>
                      <a:latin typeface="Arial" pitchFamily="34" charset="0"/>
                    </a:rPr>
                    <a:t>0.4</a:t>
                  </a:r>
                  <a:endParaRPr lang="en-US" sz="3200" dirty="0">
                    <a:latin typeface="Times New Roman" pitchFamily="18" charset="0"/>
                  </a:endParaRPr>
                </a:p>
              </p:txBody>
            </p:sp>
            <p:sp>
              <p:nvSpPr>
                <p:cNvPr id="1358" name="Line 20">
                  <a:extLst>
                    <a:ext uri="{FF2B5EF4-FFF2-40B4-BE49-F238E27FC236}">
                      <a16:creationId xmlns:a16="http://schemas.microsoft.com/office/drawing/2014/main" id="{8480E3B3-FCC3-AC4D-A71E-3A236E5245F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784" y="2594"/>
                  <a:ext cx="19" cy="1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359" name="Line 21">
                  <a:extLst>
                    <a:ext uri="{FF2B5EF4-FFF2-40B4-BE49-F238E27FC236}">
                      <a16:creationId xmlns:a16="http://schemas.microsoft.com/office/drawing/2014/main" id="{F904EC51-627F-B14B-B8AB-F6FCD68AD93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765" y="2519"/>
                  <a:ext cx="38" cy="1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360" name="Rectangle 22">
                  <a:extLst>
                    <a:ext uri="{FF2B5EF4-FFF2-40B4-BE49-F238E27FC236}">
                      <a16:creationId xmlns:a16="http://schemas.microsoft.com/office/drawing/2014/main" id="{E9CC4A04-CED5-D741-B722-6005F21EFE4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95" y="2344"/>
                  <a:ext cx="167" cy="14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/>
                <a:p>
                  <a:r>
                    <a:rPr lang="en-US" sz="1500" dirty="0">
                      <a:solidFill>
                        <a:srgbClr val="000000"/>
                      </a:solidFill>
                      <a:latin typeface="Arial" pitchFamily="34" charset="0"/>
                    </a:rPr>
                    <a:t>0.6</a:t>
                  </a:r>
                  <a:endParaRPr lang="en-US" sz="3200" dirty="0">
                    <a:latin typeface="Times New Roman" pitchFamily="18" charset="0"/>
                  </a:endParaRPr>
                </a:p>
              </p:txBody>
            </p:sp>
            <p:sp>
              <p:nvSpPr>
                <p:cNvPr id="1361" name="Line 23">
                  <a:extLst>
                    <a:ext uri="{FF2B5EF4-FFF2-40B4-BE49-F238E27FC236}">
                      <a16:creationId xmlns:a16="http://schemas.microsoft.com/office/drawing/2014/main" id="{8866E829-ED72-B64A-8F40-2CA24110FEC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784" y="2450"/>
                  <a:ext cx="19" cy="1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362" name="Line 24">
                  <a:extLst>
                    <a:ext uri="{FF2B5EF4-FFF2-40B4-BE49-F238E27FC236}">
                      <a16:creationId xmlns:a16="http://schemas.microsoft.com/office/drawing/2014/main" id="{7414D45E-A971-7E4E-9559-7E081DFB6F2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765" y="2381"/>
                  <a:ext cx="38" cy="1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363" name="Line 25">
                  <a:extLst>
                    <a:ext uri="{FF2B5EF4-FFF2-40B4-BE49-F238E27FC236}">
                      <a16:creationId xmlns:a16="http://schemas.microsoft.com/office/drawing/2014/main" id="{EF46FF3E-5EE6-924D-9DA4-965A10F45F2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784" y="2312"/>
                  <a:ext cx="19" cy="1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364" name="Line 26">
                  <a:extLst>
                    <a:ext uri="{FF2B5EF4-FFF2-40B4-BE49-F238E27FC236}">
                      <a16:creationId xmlns:a16="http://schemas.microsoft.com/office/drawing/2014/main" id="{F73C65DB-3679-534B-94E3-3D9A7246361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765" y="2243"/>
                  <a:ext cx="38" cy="1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365" name="Rectangle 27">
                  <a:extLst>
                    <a:ext uri="{FF2B5EF4-FFF2-40B4-BE49-F238E27FC236}">
                      <a16:creationId xmlns:a16="http://schemas.microsoft.com/office/drawing/2014/main" id="{FFCD055E-3E37-364C-BD1B-02E3769090B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95" y="2049"/>
                  <a:ext cx="167" cy="14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/>
                <a:p>
                  <a:r>
                    <a:rPr lang="en-US" sz="1500" dirty="0">
                      <a:solidFill>
                        <a:srgbClr val="000000"/>
                      </a:solidFill>
                      <a:latin typeface="Arial" pitchFamily="34" charset="0"/>
                    </a:rPr>
                    <a:t>0.8</a:t>
                  </a:r>
                  <a:endParaRPr lang="en-US" sz="3200" dirty="0">
                    <a:latin typeface="Times New Roman" pitchFamily="18" charset="0"/>
                  </a:endParaRPr>
                </a:p>
              </p:txBody>
            </p:sp>
            <p:sp>
              <p:nvSpPr>
                <p:cNvPr id="1366" name="Line 28">
                  <a:extLst>
                    <a:ext uri="{FF2B5EF4-FFF2-40B4-BE49-F238E27FC236}">
                      <a16:creationId xmlns:a16="http://schemas.microsoft.com/office/drawing/2014/main" id="{D4BBC819-100A-3042-AAF8-11389967836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784" y="2174"/>
                  <a:ext cx="19" cy="1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367" name="Line 29">
                  <a:extLst>
                    <a:ext uri="{FF2B5EF4-FFF2-40B4-BE49-F238E27FC236}">
                      <a16:creationId xmlns:a16="http://schemas.microsoft.com/office/drawing/2014/main" id="{CF048B81-10B7-5F4A-845F-D6788E1B7E0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765" y="2105"/>
                  <a:ext cx="38" cy="1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368" name="Line 30">
                  <a:extLst>
                    <a:ext uri="{FF2B5EF4-FFF2-40B4-BE49-F238E27FC236}">
                      <a16:creationId xmlns:a16="http://schemas.microsoft.com/office/drawing/2014/main" id="{4238188F-EAA6-BB41-9041-09F17A0A45F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784" y="2036"/>
                  <a:ext cx="19" cy="1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369" name="Line 31">
                  <a:extLst>
                    <a:ext uri="{FF2B5EF4-FFF2-40B4-BE49-F238E27FC236}">
                      <a16:creationId xmlns:a16="http://schemas.microsoft.com/office/drawing/2014/main" id="{AE5861A5-4CFB-9E4D-95E4-541FFDEBB18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765" y="1960"/>
                  <a:ext cx="38" cy="1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370" name="Rectangle 32">
                  <a:extLst>
                    <a:ext uri="{FF2B5EF4-FFF2-40B4-BE49-F238E27FC236}">
                      <a16:creationId xmlns:a16="http://schemas.microsoft.com/office/drawing/2014/main" id="{CF2BBFC0-3BC0-854D-85AC-7F7C3076B48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95" y="1773"/>
                  <a:ext cx="169" cy="14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/>
                <a:p>
                  <a:r>
                    <a:rPr lang="en-US" sz="1500" dirty="0">
                      <a:solidFill>
                        <a:srgbClr val="000000"/>
                      </a:solidFill>
                    </a:rPr>
                    <a:t>1.0</a:t>
                  </a:r>
                  <a:endParaRPr lang="en-US" sz="3200" dirty="0">
                    <a:latin typeface="Times New Roman" pitchFamily="18" charset="0"/>
                  </a:endParaRPr>
                </a:p>
              </p:txBody>
            </p:sp>
            <p:sp>
              <p:nvSpPr>
                <p:cNvPr id="1371" name="Line 33">
                  <a:extLst>
                    <a:ext uri="{FF2B5EF4-FFF2-40B4-BE49-F238E27FC236}">
                      <a16:creationId xmlns:a16="http://schemas.microsoft.com/office/drawing/2014/main" id="{CD1E3193-537C-564B-8301-69CE5019422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784" y="1891"/>
                  <a:ext cx="19" cy="1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372" name="Line 34">
                  <a:extLst>
                    <a:ext uri="{FF2B5EF4-FFF2-40B4-BE49-F238E27FC236}">
                      <a16:creationId xmlns:a16="http://schemas.microsoft.com/office/drawing/2014/main" id="{CDD7A3E2-FBDB-704C-9002-41654455FE1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765" y="1822"/>
                  <a:ext cx="38" cy="1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373" name="Line 35">
                  <a:extLst>
                    <a:ext uri="{FF2B5EF4-FFF2-40B4-BE49-F238E27FC236}">
                      <a16:creationId xmlns:a16="http://schemas.microsoft.com/office/drawing/2014/main" id="{B98DA1FC-ADE5-074C-AC87-F4FC11876F7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784" y="1753"/>
                  <a:ext cx="19" cy="1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374" name="Rectangle 36">
                  <a:extLst>
                    <a:ext uri="{FF2B5EF4-FFF2-40B4-BE49-F238E27FC236}">
                      <a16:creationId xmlns:a16="http://schemas.microsoft.com/office/drawing/2014/main" id="{E06637BC-CE3C-2C4A-965B-9017469782E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809" y="1759"/>
                  <a:ext cx="2344" cy="1532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375" name="Rectangle 37">
                  <a:extLst>
                    <a:ext uri="{FF2B5EF4-FFF2-40B4-BE49-F238E27FC236}">
                      <a16:creationId xmlns:a16="http://schemas.microsoft.com/office/drawing/2014/main" id="{DC104844-42A3-3B4B-8F0F-8386B3F6053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78" y="1835"/>
                  <a:ext cx="13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376" name="Rectangle 38">
                  <a:extLst>
                    <a:ext uri="{FF2B5EF4-FFF2-40B4-BE49-F238E27FC236}">
                      <a16:creationId xmlns:a16="http://schemas.microsoft.com/office/drawing/2014/main" id="{6C2C0670-B1B4-DB47-AC31-6B8F08CEB87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185" y="1835"/>
                  <a:ext cx="13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377" name="Rectangle 39">
                  <a:extLst>
                    <a:ext uri="{FF2B5EF4-FFF2-40B4-BE49-F238E27FC236}">
                      <a16:creationId xmlns:a16="http://schemas.microsoft.com/office/drawing/2014/main" id="{A739639E-D538-0A44-AC5B-ED29D10F5DD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361" y="1835"/>
                  <a:ext cx="13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378" name="Line 40">
                  <a:extLst>
                    <a:ext uri="{FF2B5EF4-FFF2-40B4-BE49-F238E27FC236}">
                      <a16:creationId xmlns:a16="http://schemas.microsoft.com/office/drawing/2014/main" id="{C57A11FF-F734-B44B-AF93-A2B6A6DF03D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752" y="3222"/>
                  <a:ext cx="12" cy="1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379" name="Line 41">
                  <a:extLst>
                    <a:ext uri="{FF2B5EF4-FFF2-40B4-BE49-F238E27FC236}">
                      <a16:creationId xmlns:a16="http://schemas.microsoft.com/office/drawing/2014/main" id="{988DA5BC-4E28-F444-B216-B06184EFC0B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758" y="3216"/>
                  <a:ext cx="1" cy="12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380" name="Rectangle 42">
                  <a:extLst>
                    <a:ext uri="{FF2B5EF4-FFF2-40B4-BE49-F238E27FC236}">
                      <a16:creationId xmlns:a16="http://schemas.microsoft.com/office/drawing/2014/main" id="{2032CD59-7420-AF47-84A1-066155E7650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952" y="1835"/>
                  <a:ext cx="13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381" name="Rectangle 43">
                  <a:extLst>
                    <a:ext uri="{FF2B5EF4-FFF2-40B4-BE49-F238E27FC236}">
                      <a16:creationId xmlns:a16="http://schemas.microsoft.com/office/drawing/2014/main" id="{9A51525D-49EE-294A-BA04-28418FD4E44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971" y="1835"/>
                  <a:ext cx="12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382" name="Rectangle 44">
                  <a:extLst>
                    <a:ext uri="{FF2B5EF4-FFF2-40B4-BE49-F238E27FC236}">
                      <a16:creationId xmlns:a16="http://schemas.microsoft.com/office/drawing/2014/main" id="{DE400AC7-B3A7-324C-8242-27093A79235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983" y="1835"/>
                  <a:ext cx="13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383" name="Rectangle 45">
                  <a:extLst>
                    <a:ext uri="{FF2B5EF4-FFF2-40B4-BE49-F238E27FC236}">
                      <a16:creationId xmlns:a16="http://schemas.microsoft.com/office/drawing/2014/main" id="{30E49F33-A9C1-2E47-80E3-AD62558D20B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996" y="1835"/>
                  <a:ext cx="13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384" name="Rectangle 46">
                  <a:extLst>
                    <a:ext uri="{FF2B5EF4-FFF2-40B4-BE49-F238E27FC236}">
                      <a16:creationId xmlns:a16="http://schemas.microsoft.com/office/drawing/2014/main" id="{41942B3D-2796-6240-ABA6-FF548D50B60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002" y="1835"/>
                  <a:ext cx="13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385" name="Rectangle 47">
                  <a:extLst>
                    <a:ext uri="{FF2B5EF4-FFF2-40B4-BE49-F238E27FC236}">
                      <a16:creationId xmlns:a16="http://schemas.microsoft.com/office/drawing/2014/main" id="{503E1354-57DB-764B-A021-5E1E39F482C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015" y="1835"/>
                  <a:ext cx="12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386" name="Rectangle 48">
                  <a:extLst>
                    <a:ext uri="{FF2B5EF4-FFF2-40B4-BE49-F238E27FC236}">
                      <a16:creationId xmlns:a16="http://schemas.microsoft.com/office/drawing/2014/main" id="{9B855C43-B3B3-EA43-94B7-60C627CDA75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021" y="1835"/>
                  <a:ext cx="13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387" name="Rectangle 49">
                  <a:extLst>
                    <a:ext uri="{FF2B5EF4-FFF2-40B4-BE49-F238E27FC236}">
                      <a16:creationId xmlns:a16="http://schemas.microsoft.com/office/drawing/2014/main" id="{9EE8A81C-102E-AF41-BAD3-6A6EB400619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027" y="1835"/>
                  <a:ext cx="13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388" name="Rectangle 50">
                  <a:extLst>
                    <a:ext uri="{FF2B5EF4-FFF2-40B4-BE49-F238E27FC236}">
                      <a16:creationId xmlns:a16="http://schemas.microsoft.com/office/drawing/2014/main" id="{89F103A2-68C5-FC41-B73C-84749A8E63E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361" y="1835"/>
                  <a:ext cx="13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389" name="Rectangle 51">
                  <a:extLst>
                    <a:ext uri="{FF2B5EF4-FFF2-40B4-BE49-F238E27FC236}">
                      <a16:creationId xmlns:a16="http://schemas.microsoft.com/office/drawing/2014/main" id="{D9A1852B-7B0F-244E-965E-07F1838A485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493" y="1835"/>
                  <a:ext cx="13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390" name="Rectangle 52">
                  <a:extLst>
                    <a:ext uri="{FF2B5EF4-FFF2-40B4-BE49-F238E27FC236}">
                      <a16:creationId xmlns:a16="http://schemas.microsoft.com/office/drawing/2014/main" id="{27437880-002B-AC47-BA6F-3AB34751D20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606" y="1835"/>
                  <a:ext cx="13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391" name="Line 53">
                  <a:extLst>
                    <a:ext uri="{FF2B5EF4-FFF2-40B4-BE49-F238E27FC236}">
                      <a16:creationId xmlns:a16="http://schemas.microsoft.com/office/drawing/2014/main" id="{964AF3BC-EE50-9943-B3F7-0167F80D3B5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72" y="3222"/>
                  <a:ext cx="12" cy="1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392" name="Line 54">
                  <a:extLst>
                    <a:ext uri="{FF2B5EF4-FFF2-40B4-BE49-F238E27FC236}">
                      <a16:creationId xmlns:a16="http://schemas.microsoft.com/office/drawing/2014/main" id="{FFCBDFA2-1673-7C42-B194-B4565DE7400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78" y="3216"/>
                  <a:ext cx="1" cy="12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393" name="Line 55">
                  <a:extLst>
                    <a:ext uri="{FF2B5EF4-FFF2-40B4-BE49-F238E27FC236}">
                      <a16:creationId xmlns:a16="http://schemas.microsoft.com/office/drawing/2014/main" id="{670FB5B4-0BC1-2542-9BAC-9BE81818349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752" y="3222"/>
                  <a:ext cx="12" cy="1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394" name="Line 56">
                  <a:extLst>
                    <a:ext uri="{FF2B5EF4-FFF2-40B4-BE49-F238E27FC236}">
                      <a16:creationId xmlns:a16="http://schemas.microsoft.com/office/drawing/2014/main" id="{9AC12411-EC43-4640-990B-CF3D3F13E40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758" y="3216"/>
                  <a:ext cx="1" cy="12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395" name="Line 57">
                  <a:extLst>
                    <a:ext uri="{FF2B5EF4-FFF2-40B4-BE49-F238E27FC236}">
                      <a16:creationId xmlns:a16="http://schemas.microsoft.com/office/drawing/2014/main" id="{F8769032-D35E-4144-B9B2-980761B4062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582" y="3222"/>
                  <a:ext cx="13" cy="1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396" name="Line 58">
                  <a:extLst>
                    <a:ext uri="{FF2B5EF4-FFF2-40B4-BE49-F238E27FC236}">
                      <a16:creationId xmlns:a16="http://schemas.microsoft.com/office/drawing/2014/main" id="{A6A219A0-8B3B-AC47-8404-DE9917BC32F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588" y="3216"/>
                  <a:ext cx="1" cy="12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397" name="Rectangle 59">
                  <a:extLst>
                    <a:ext uri="{FF2B5EF4-FFF2-40B4-BE49-F238E27FC236}">
                      <a16:creationId xmlns:a16="http://schemas.microsoft.com/office/drawing/2014/main" id="{BD8DE47E-9B70-D34C-B166-AEFCCDD9C67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78" y="1835"/>
                  <a:ext cx="13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398" name="Rectangle 60">
                  <a:extLst>
                    <a:ext uri="{FF2B5EF4-FFF2-40B4-BE49-F238E27FC236}">
                      <a16:creationId xmlns:a16="http://schemas.microsoft.com/office/drawing/2014/main" id="{C296C408-714F-3841-80B7-86DFC98E9A5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185" y="1835"/>
                  <a:ext cx="13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399" name="Rectangle 61">
                  <a:extLst>
                    <a:ext uri="{FF2B5EF4-FFF2-40B4-BE49-F238E27FC236}">
                      <a16:creationId xmlns:a16="http://schemas.microsoft.com/office/drawing/2014/main" id="{9BA00A38-C1CD-1D49-8AAE-D6EC01BB55B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361" y="1835"/>
                  <a:ext cx="13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400" name="Rectangle 62">
                  <a:extLst>
                    <a:ext uri="{FF2B5EF4-FFF2-40B4-BE49-F238E27FC236}">
                      <a16:creationId xmlns:a16="http://schemas.microsoft.com/office/drawing/2014/main" id="{BEA6122D-6BCD-BF44-AA09-47D64EBEB1E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493" y="1835"/>
                  <a:ext cx="13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401" name="Rectangle 63">
                  <a:extLst>
                    <a:ext uri="{FF2B5EF4-FFF2-40B4-BE49-F238E27FC236}">
                      <a16:creationId xmlns:a16="http://schemas.microsoft.com/office/drawing/2014/main" id="{6B581BFE-4402-B847-820B-D695C35FE05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606" y="1835"/>
                  <a:ext cx="13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402" name="Rectangle 64">
                  <a:extLst>
                    <a:ext uri="{FF2B5EF4-FFF2-40B4-BE49-F238E27FC236}">
                      <a16:creationId xmlns:a16="http://schemas.microsoft.com/office/drawing/2014/main" id="{752413A3-7B9B-E14D-9B24-40EE3C6FB6D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694" y="1835"/>
                  <a:ext cx="13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403" name="Rectangle 65">
                  <a:extLst>
                    <a:ext uri="{FF2B5EF4-FFF2-40B4-BE49-F238E27FC236}">
                      <a16:creationId xmlns:a16="http://schemas.microsoft.com/office/drawing/2014/main" id="{38AF61DB-3491-804E-B987-7A360B79D7D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764" y="1835"/>
                  <a:ext cx="12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404" name="Rectangle 66">
                  <a:extLst>
                    <a:ext uri="{FF2B5EF4-FFF2-40B4-BE49-F238E27FC236}">
                      <a16:creationId xmlns:a16="http://schemas.microsoft.com/office/drawing/2014/main" id="{AF60700F-D980-BF49-B134-C3C8DEC496A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820" y="1835"/>
                  <a:ext cx="13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405" name="Rectangle 67">
                  <a:extLst>
                    <a:ext uri="{FF2B5EF4-FFF2-40B4-BE49-F238E27FC236}">
                      <a16:creationId xmlns:a16="http://schemas.microsoft.com/office/drawing/2014/main" id="{5F72D68D-DB72-EF41-85FB-97CBE3C33E9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864" y="1835"/>
                  <a:ext cx="13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406" name="Rectangle 68">
                  <a:extLst>
                    <a:ext uri="{FF2B5EF4-FFF2-40B4-BE49-F238E27FC236}">
                      <a16:creationId xmlns:a16="http://schemas.microsoft.com/office/drawing/2014/main" id="{49688F1B-4E6D-634F-9DA0-8D0D43DE5CC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902" y="1835"/>
                  <a:ext cx="12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407" name="Rectangle 69">
                  <a:extLst>
                    <a:ext uri="{FF2B5EF4-FFF2-40B4-BE49-F238E27FC236}">
                      <a16:creationId xmlns:a16="http://schemas.microsoft.com/office/drawing/2014/main" id="{1519CDD1-8A92-C047-A613-7384FFE2F7E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927" y="1835"/>
                  <a:ext cx="12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408" name="Rectangle 70">
                  <a:extLst>
                    <a:ext uri="{FF2B5EF4-FFF2-40B4-BE49-F238E27FC236}">
                      <a16:creationId xmlns:a16="http://schemas.microsoft.com/office/drawing/2014/main" id="{C0872424-EFC1-5A43-AC7C-E67678DD69A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78" y="1835"/>
                  <a:ext cx="13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409" name="Rectangle 71">
                  <a:extLst>
                    <a:ext uri="{FF2B5EF4-FFF2-40B4-BE49-F238E27FC236}">
                      <a16:creationId xmlns:a16="http://schemas.microsoft.com/office/drawing/2014/main" id="{2D259523-E493-F649-B024-6A4A784CDEB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185" y="1835"/>
                  <a:ext cx="13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410" name="Line 72">
                  <a:extLst>
                    <a:ext uri="{FF2B5EF4-FFF2-40B4-BE49-F238E27FC236}">
                      <a16:creationId xmlns:a16="http://schemas.microsoft.com/office/drawing/2014/main" id="{BF7409BB-D6A8-2042-AF24-5C5E925BF43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355" y="3222"/>
                  <a:ext cx="13" cy="1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411" name="Line 73">
                  <a:extLst>
                    <a:ext uri="{FF2B5EF4-FFF2-40B4-BE49-F238E27FC236}">
                      <a16:creationId xmlns:a16="http://schemas.microsoft.com/office/drawing/2014/main" id="{92CF6F90-B38F-BE4F-A26D-AD56D5155F3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361" y="3216"/>
                  <a:ext cx="1" cy="12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412" name="Line 74">
                  <a:extLst>
                    <a:ext uri="{FF2B5EF4-FFF2-40B4-BE49-F238E27FC236}">
                      <a16:creationId xmlns:a16="http://schemas.microsoft.com/office/drawing/2014/main" id="{A6FFB697-821D-0C47-B3A0-0E2ADB66886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355" y="3222"/>
                  <a:ext cx="13" cy="1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413" name="Line 75">
                  <a:extLst>
                    <a:ext uri="{FF2B5EF4-FFF2-40B4-BE49-F238E27FC236}">
                      <a16:creationId xmlns:a16="http://schemas.microsoft.com/office/drawing/2014/main" id="{1F78BBB4-C7A3-374A-8E44-039FD75E39F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361" y="3216"/>
                  <a:ext cx="1" cy="12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414" name="Rectangle 76">
                  <a:extLst>
                    <a:ext uri="{FF2B5EF4-FFF2-40B4-BE49-F238E27FC236}">
                      <a16:creationId xmlns:a16="http://schemas.microsoft.com/office/drawing/2014/main" id="{371A3FB6-40E0-3C43-8B79-AA51A9F6AA4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066" y="1835"/>
                  <a:ext cx="13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415" name="Rectangle 77">
                  <a:extLst>
                    <a:ext uri="{FF2B5EF4-FFF2-40B4-BE49-F238E27FC236}">
                      <a16:creationId xmlns:a16="http://schemas.microsoft.com/office/drawing/2014/main" id="{6B902C79-1502-A044-B184-A61483C0472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261" y="1835"/>
                  <a:ext cx="12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416" name="Rectangle 78">
                  <a:extLst>
                    <a:ext uri="{FF2B5EF4-FFF2-40B4-BE49-F238E27FC236}">
                      <a16:creationId xmlns:a16="http://schemas.microsoft.com/office/drawing/2014/main" id="{4851B80A-528B-B645-A005-F833A8FA34C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418" y="1835"/>
                  <a:ext cx="12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417" name="Rectangle 79">
                  <a:extLst>
                    <a:ext uri="{FF2B5EF4-FFF2-40B4-BE49-F238E27FC236}">
                      <a16:creationId xmlns:a16="http://schemas.microsoft.com/office/drawing/2014/main" id="{7FA159A5-2F6D-3643-8381-38C27F5C078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606" y="1835"/>
                  <a:ext cx="13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418" name="Rectangle 80">
                  <a:extLst>
                    <a:ext uri="{FF2B5EF4-FFF2-40B4-BE49-F238E27FC236}">
                      <a16:creationId xmlns:a16="http://schemas.microsoft.com/office/drawing/2014/main" id="{1DDA978B-0500-0F41-B178-CDB00F4D365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758" y="1835"/>
                  <a:ext cx="13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419" name="Rectangle 81">
                  <a:extLst>
                    <a:ext uri="{FF2B5EF4-FFF2-40B4-BE49-F238E27FC236}">
                      <a16:creationId xmlns:a16="http://schemas.microsoft.com/office/drawing/2014/main" id="{AB74325B-C9F1-3840-AFE2-695C4EAC5F5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877" y="1835"/>
                  <a:ext cx="12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420" name="Rectangle 82">
                  <a:extLst>
                    <a:ext uri="{FF2B5EF4-FFF2-40B4-BE49-F238E27FC236}">
                      <a16:creationId xmlns:a16="http://schemas.microsoft.com/office/drawing/2014/main" id="{A9A48B1E-FBBD-F944-87BA-6142B36866C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908" y="1835"/>
                  <a:ext cx="13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421" name="Rectangle 83">
                  <a:extLst>
                    <a:ext uri="{FF2B5EF4-FFF2-40B4-BE49-F238E27FC236}">
                      <a16:creationId xmlns:a16="http://schemas.microsoft.com/office/drawing/2014/main" id="{C7AC507B-75B5-1B48-8198-292F1F76F39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933" y="1835"/>
                  <a:ext cx="13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422" name="Rectangle 84">
                  <a:extLst>
                    <a:ext uri="{FF2B5EF4-FFF2-40B4-BE49-F238E27FC236}">
                      <a16:creationId xmlns:a16="http://schemas.microsoft.com/office/drawing/2014/main" id="{16A44590-73C8-3847-9346-0FEE023F1CE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958" y="1835"/>
                  <a:ext cx="13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423" name="Rectangle 85">
                  <a:extLst>
                    <a:ext uri="{FF2B5EF4-FFF2-40B4-BE49-F238E27FC236}">
                      <a16:creationId xmlns:a16="http://schemas.microsoft.com/office/drawing/2014/main" id="{70E61377-1705-4047-9BD7-C20A023D744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971" y="1835"/>
                  <a:ext cx="12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424" name="Line 86">
                  <a:extLst>
                    <a:ext uri="{FF2B5EF4-FFF2-40B4-BE49-F238E27FC236}">
                      <a16:creationId xmlns:a16="http://schemas.microsoft.com/office/drawing/2014/main" id="{384665F2-FC46-C24B-BA3A-7DCD3AAD388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983" y="3222"/>
                  <a:ext cx="13" cy="1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425" name="Line 87">
                  <a:extLst>
                    <a:ext uri="{FF2B5EF4-FFF2-40B4-BE49-F238E27FC236}">
                      <a16:creationId xmlns:a16="http://schemas.microsoft.com/office/drawing/2014/main" id="{FDBD1891-B11C-EF43-BB7D-9A6ABB6D587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990" y="3216"/>
                  <a:ext cx="1" cy="12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426" name="Rectangle 88">
                  <a:extLst>
                    <a:ext uri="{FF2B5EF4-FFF2-40B4-BE49-F238E27FC236}">
                      <a16:creationId xmlns:a16="http://schemas.microsoft.com/office/drawing/2014/main" id="{048CF6A8-B395-7E4D-B4EA-C3E42E6429D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569" y="1835"/>
                  <a:ext cx="12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427" name="Rectangle 89">
                  <a:extLst>
                    <a:ext uri="{FF2B5EF4-FFF2-40B4-BE49-F238E27FC236}">
                      <a16:creationId xmlns:a16="http://schemas.microsoft.com/office/drawing/2014/main" id="{4F67DC07-5DC4-B44A-9059-53A9C136981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663" y="1835"/>
                  <a:ext cx="13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428" name="Rectangle 90">
                  <a:extLst>
                    <a:ext uri="{FF2B5EF4-FFF2-40B4-BE49-F238E27FC236}">
                      <a16:creationId xmlns:a16="http://schemas.microsoft.com/office/drawing/2014/main" id="{86DB6068-5DE0-5F4A-88C0-3F9067E6A68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738" y="1835"/>
                  <a:ext cx="13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429" name="Rectangle 91">
                  <a:extLst>
                    <a:ext uri="{FF2B5EF4-FFF2-40B4-BE49-F238E27FC236}">
                      <a16:creationId xmlns:a16="http://schemas.microsoft.com/office/drawing/2014/main" id="{2EA9AE33-4690-8C44-87F7-581E768A262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801" y="1835"/>
                  <a:ext cx="13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430" name="Rectangle 92">
                  <a:extLst>
                    <a:ext uri="{FF2B5EF4-FFF2-40B4-BE49-F238E27FC236}">
                      <a16:creationId xmlns:a16="http://schemas.microsoft.com/office/drawing/2014/main" id="{18FD6E30-9DC0-3D4B-BFD4-C2108AF8BC1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852" y="1835"/>
                  <a:ext cx="12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431" name="Line 93">
                  <a:extLst>
                    <a:ext uri="{FF2B5EF4-FFF2-40B4-BE49-F238E27FC236}">
                      <a16:creationId xmlns:a16="http://schemas.microsoft.com/office/drawing/2014/main" id="{855272CC-05CF-7A45-AA50-1C8E7A50923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883" y="3222"/>
                  <a:ext cx="12" cy="1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432" name="Line 94">
                  <a:extLst>
                    <a:ext uri="{FF2B5EF4-FFF2-40B4-BE49-F238E27FC236}">
                      <a16:creationId xmlns:a16="http://schemas.microsoft.com/office/drawing/2014/main" id="{DC702F82-FA7F-F647-AA9A-1A19816EE2B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889" y="3216"/>
                  <a:ext cx="1" cy="12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433" name="Rectangle 95">
                  <a:extLst>
                    <a:ext uri="{FF2B5EF4-FFF2-40B4-BE49-F238E27FC236}">
                      <a16:creationId xmlns:a16="http://schemas.microsoft.com/office/drawing/2014/main" id="{4305BAC6-59E2-8545-89ED-90776DCD3CB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493" y="1835"/>
                  <a:ext cx="13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434" name="Rectangle 96">
                  <a:extLst>
                    <a:ext uri="{FF2B5EF4-FFF2-40B4-BE49-F238E27FC236}">
                      <a16:creationId xmlns:a16="http://schemas.microsoft.com/office/drawing/2014/main" id="{67DFA5E6-EBF0-4942-841B-FE615865D0C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600" y="1835"/>
                  <a:ext cx="13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435" name="Line 97">
                  <a:extLst>
                    <a:ext uri="{FF2B5EF4-FFF2-40B4-BE49-F238E27FC236}">
                      <a16:creationId xmlns:a16="http://schemas.microsoft.com/office/drawing/2014/main" id="{E03F2EB4-2C0C-D543-B0B8-698C42D655B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682" y="3222"/>
                  <a:ext cx="12" cy="1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436" name="Line 98">
                  <a:extLst>
                    <a:ext uri="{FF2B5EF4-FFF2-40B4-BE49-F238E27FC236}">
                      <a16:creationId xmlns:a16="http://schemas.microsoft.com/office/drawing/2014/main" id="{F7668F0C-B45C-214E-ABAC-62D27C231B2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688" y="3216"/>
                  <a:ext cx="1" cy="12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437" name="Rectangle 99">
                  <a:extLst>
                    <a:ext uri="{FF2B5EF4-FFF2-40B4-BE49-F238E27FC236}">
                      <a16:creationId xmlns:a16="http://schemas.microsoft.com/office/drawing/2014/main" id="{93AC0CB8-C0CB-784F-9C94-AE4B3EB6F1D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336" y="1835"/>
                  <a:ext cx="13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438" name="Rectangle 100">
                  <a:extLst>
                    <a:ext uri="{FF2B5EF4-FFF2-40B4-BE49-F238E27FC236}">
                      <a16:creationId xmlns:a16="http://schemas.microsoft.com/office/drawing/2014/main" id="{4C7D2F0B-AE03-8241-B8A5-A3D1FAB75E3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474" y="1835"/>
                  <a:ext cx="13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439" name="Rectangle 101">
                  <a:extLst>
                    <a:ext uri="{FF2B5EF4-FFF2-40B4-BE49-F238E27FC236}">
                      <a16:creationId xmlns:a16="http://schemas.microsoft.com/office/drawing/2014/main" id="{08C8A9F4-E550-B142-942A-FB735CB4327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588" y="1835"/>
                  <a:ext cx="12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440" name="Rectangle 102">
                  <a:extLst>
                    <a:ext uri="{FF2B5EF4-FFF2-40B4-BE49-F238E27FC236}">
                      <a16:creationId xmlns:a16="http://schemas.microsoft.com/office/drawing/2014/main" id="{E802AFE1-3DEB-D74B-8443-1F05A406362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682" y="1835"/>
                  <a:ext cx="12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441" name="Rectangle 103">
                  <a:extLst>
                    <a:ext uri="{FF2B5EF4-FFF2-40B4-BE49-F238E27FC236}">
                      <a16:creationId xmlns:a16="http://schemas.microsoft.com/office/drawing/2014/main" id="{9C2D71D9-8323-A346-80E4-72D4648516B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751" y="1835"/>
                  <a:ext cx="13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442" name="Rectangle 104">
                  <a:extLst>
                    <a:ext uri="{FF2B5EF4-FFF2-40B4-BE49-F238E27FC236}">
                      <a16:creationId xmlns:a16="http://schemas.microsoft.com/office/drawing/2014/main" id="{A71BA1E8-E2C4-2543-9E0B-13C2E9B56E8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808" y="1835"/>
                  <a:ext cx="12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443" name="Rectangle 105">
                  <a:extLst>
                    <a:ext uri="{FF2B5EF4-FFF2-40B4-BE49-F238E27FC236}">
                      <a16:creationId xmlns:a16="http://schemas.microsoft.com/office/drawing/2014/main" id="{FD148E26-C858-2B47-AD96-5AA1376A4B6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858" y="1835"/>
                  <a:ext cx="12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444" name="Rectangle 106">
                  <a:extLst>
                    <a:ext uri="{FF2B5EF4-FFF2-40B4-BE49-F238E27FC236}">
                      <a16:creationId xmlns:a16="http://schemas.microsoft.com/office/drawing/2014/main" id="{AF32D015-6612-F945-B9F1-C8FDFD617AE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895" y="1835"/>
                  <a:ext cx="13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445" name="Line 107">
                  <a:extLst>
                    <a:ext uri="{FF2B5EF4-FFF2-40B4-BE49-F238E27FC236}">
                      <a16:creationId xmlns:a16="http://schemas.microsoft.com/office/drawing/2014/main" id="{38E0E7C7-3FFD-AD44-804F-212FCE4339C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921" y="3222"/>
                  <a:ext cx="12" cy="1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446" name="Line 108">
                  <a:extLst>
                    <a:ext uri="{FF2B5EF4-FFF2-40B4-BE49-F238E27FC236}">
                      <a16:creationId xmlns:a16="http://schemas.microsoft.com/office/drawing/2014/main" id="{EFAD0177-8D1E-B14E-A712-8124FFD42F2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927" y="3216"/>
                  <a:ext cx="1" cy="12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447" name="Rectangle 109">
                  <a:extLst>
                    <a:ext uri="{FF2B5EF4-FFF2-40B4-BE49-F238E27FC236}">
                      <a16:creationId xmlns:a16="http://schemas.microsoft.com/office/drawing/2014/main" id="{F876197F-153A-DB40-AE51-7E763328995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518" y="1835"/>
                  <a:ext cx="13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448" name="Rectangle 110">
                  <a:extLst>
                    <a:ext uri="{FF2B5EF4-FFF2-40B4-BE49-F238E27FC236}">
                      <a16:creationId xmlns:a16="http://schemas.microsoft.com/office/drawing/2014/main" id="{EA8B8043-0BAA-3849-B982-3605D8E018D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625" y="1835"/>
                  <a:ext cx="13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449" name="Rectangle 111">
                  <a:extLst>
                    <a:ext uri="{FF2B5EF4-FFF2-40B4-BE49-F238E27FC236}">
                      <a16:creationId xmlns:a16="http://schemas.microsoft.com/office/drawing/2014/main" id="{3374F182-D391-2840-BEE8-905F1A51CD2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707" y="1835"/>
                  <a:ext cx="13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450" name="Line 112">
                  <a:extLst>
                    <a:ext uri="{FF2B5EF4-FFF2-40B4-BE49-F238E27FC236}">
                      <a16:creationId xmlns:a16="http://schemas.microsoft.com/office/drawing/2014/main" id="{20891B2A-7382-3D4B-A51C-A03C6C7433D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770" y="3222"/>
                  <a:ext cx="12" cy="1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451" name="Line 113">
                  <a:extLst>
                    <a:ext uri="{FF2B5EF4-FFF2-40B4-BE49-F238E27FC236}">
                      <a16:creationId xmlns:a16="http://schemas.microsoft.com/office/drawing/2014/main" id="{56071480-61D7-2B49-9492-6DA5EF76AFF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776" y="3216"/>
                  <a:ext cx="1" cy="12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452" name="Line 114">
                  <a:extLst>
                    <a:ext uri="{FF2B5EF4-FFF2-40B4-BE49-F238E27FC236}">
                      <a16:creationId xmlns:a16="http://schemas.microsoft.com/office/drawing/2014/main" id="{91D02D64-BAF6-D243-ADDD-9F5CC911791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393" y="3222"/>
                  <a:ext cx="12" cy="1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453" name="Line 115">
                  <a:extLst>
                    <a:ext uri="{FF2B5EF4-FFF2-40B4-BE49-F238E27FC236}">
                      <a16:creationId xmlns:a16="http://schemas.microsoft.com/office/drawing/2014/main" id="{7FC61990-31C7-FD4C-B6E3-80CC3A73078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399" y="3216"/>
                  <a:ext cx="1" cy="12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454" name="Rectangle 116">
                  <a:extLst>
                    <a:ext uri="{FF2B5EF4-FFF2-40B4-BE49-F238E27FC236}">
                      <a16:creationId xmlns:a16="http://schemas.microsoft.com/office/drawing/2014/main" id="{0090FDA3-B0AC-1849-B8ED-6C8DF24B854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104" y="1835"/>
                  <a:ext cx="12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455" name="Rectangle 117">
                  <a:extLst>
                    <a:ext uri="{FF2B5EF4-FFF2-40B4-BE49-F238E27FC236}">
                      <a16:creationId xmlns:a16="http://schemas.microsoft.com/office/drawing/2014/main" id="{6E4E03A3-2EDA-D448-83CF-7FB32CE1B22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292" y="1835"/>
                  <a:ext cx="13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456" name="Rectangle 118">
                  <a:extLst>
                    <a:ext uri="{FF2B5EF4-FFF2-40B4-BE49-F238E27FC236}">
                      <a16:creationId xmlns:a16="http://schemas.microsoft.com/office/drawing/2014/main" id="{61C2412E-8E9A-CD46-9AC1-FD05094AF34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443" y="1835"/>
                  <a:ext cx="13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457" name="Rectangle 119">
                  <a:extLst>
                    <a:ext uri="{FF2B5EF4-FFF2-40B4-BE49-F238E27FC236}">
                      <a16:creationId xmlns:a16="http://schemas.microsoft.com/office/drawing/2014/main" id="{E7C66D46-D5B1-F64E-B330-55017098211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562" y="1835"/>
                  <a:ext cx="13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458" name="Rectangle 120">
                  <a:extLst>
                    <a:ext uri="{FF2B5EF4-FFF2-40B4-BE49-F238E27FC236}">
                      <a16:creationId xmlns:a16="http://schemas.microsoft.com/office/drawing/2014/main" id="{C1437BD0-38F5-304B-BD3B-6E308785354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657" y="1835"/>
                  <a:ext cx="12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459" name="Rectangle 121">
                  <a:extLst>
                    <a:ext uri="{FF2B5EF4-FFF2-40B4-BE49-F238E27FC236}">
                      <a16:creationId xmlns:a16="http://schemas.microsoft.com/office/drawing/2014/main" id="{793C1D82-DF2B-F143-A9F2-7BA269F0722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732" y="1835"/>
                  <a:ext cx="13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460" name="Rectangle 122">
                  <a:extLst>
                    <a:ext uri="{FF2B5EF4-FFF2-40B4-BE49-F238E27FC236}">
                      <a16:creationId xmlns:a16="http://schemas.microsoft.com/office/drawing/2014/main" id="{E4E65218-A2B5-E34C-869B-140A3FD0B44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361" y="1835"/>
                  <a:ext cx="13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461" name="Rectangle 123">
                  <a:extLst>
                    <a:ext uri="{FF2B5EF4-FFF2-40B4-BE49-F238E27FC236}">
                      <a16:creationId xmlns:a16="http://schemas.microsoft.com/office/drawing/2014/main" id="{219B995D-570D-1A48-8D91-10481AE84CB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493" y="1835"/>
                  <a:ext cx="13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462" name="Rectangle 124">
                  <a:extLst>
                    <a:ext uri="{FF2B5EF4-FFF2-40B4-BE49-F238E27FC236}">
                      <a16:creationId xmlns:a16="http://schemas.microsoft.com/office/drawing/2014/main" id="{B5257A52-EDF1-3441-B985-1087944CFE5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606" y="1835"/>
                  <a:ext cx="13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463" name="Rectangle 125">
                  <a:extLst>
                    <a:ext uri="{FF2B5EF4-FFF2-40B4-BE49-F238E27FC236}">
                      <a16:creationId xmlns:a16="http://schemas.microsoft.com/office/drawing/2014/main" id="{8CC21B99-B3DC-5A4C-9B07-213663BDCDF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694" y="1835"/>
                  <a:ext cx="13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464" name="Rectangle 126">
                  <a:extLst>
                    <a:ext uri="{FF2B5EF4-FFF2-40B4-BE49-F238E27FC236}">
                      <a16:creationId xmlns:a16="http://schemas.microsoft.com/office/drawing/2014/main" id="{A86DF165-01EA-3044-9D6F-F5123CF2CD2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764" y="1835"/>
                  <a:ext cx="12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465" name="Rectangle 127">
                  <a:extLst>
                    <a:ext uri="{FF2B5EF4-FFF2-40B4-BE49-F238E27FC236}">
                      <a16:creationId xmlns:a16="http://schemas.microsoft.com/office/drawing/2014/main" id="{16024A44-DA6F-0346-8FFE-B8A2520F806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820" y="1835"/>
                  <a:ext cx="13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466" name="Rectangle 128">
                  <a:extLst>
                    <a:ext uri="{FF2B5EF4-FFF2-40B4-BE49-F238E27FC236}">
                      <a16:creationId xmlns:a16="http://schemas.microsoft.com/office/drawing/2014/main" id="{6882CD1D-DEBF-644E-8017-5A36A00C526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864" y="1835"/>
                  <a:ext cx="13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467" name="Rectangle 129">
                  <a:extLst>
                    <a:ext uri="{FF2B5EF4-FFF2-40B4-BE49-F238E27FC236}">
                      <a16:creationId xmlns:a16="http://schemas.microsoft.com/office/drawing/2014/main" id="{FEAF57A0-2530-A144-BED1-BAFA73D6071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902" y="1835"/>
                  <a:ext cx="12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468" name="Rectangle 130">
                  <a:extLst>
                    <a:ext uri="{FF2B5EF4-FFF2-40B4-BE49-F238E27FC236}">
                      <a16:creationId xmlns:a16="http://schemas.microsoft.com/office/drawing/2014/main" id="{F3F2D526-79CF-A043-8478-99CCFD7063C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927" y="1835"/>
                  <a:ext cx="12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469" name="Rectangle 131">
                  <a:extLst>
                    <a:ext uri="{FF2B5EF4-FFF2-40B4-BE49-F238E27FC236}">
                      <a16:creationId xmlns:a16="http://schemas.microsoft.com/office/drawing/2014/main" id="{4D5E9807-DFFA-6046-95A4-03C18312FCB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952" y="1835"/>
                  <a:ext cx="13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470" name="Rectangle 132">
                  <a:extLst>
                    <a:ext uri="{FF2B5EF4-FFF2-40B4-BE49-F238E27FC236}">
                      <a16:creationId xmlns:a16="http://schemas.microsoft.com/office/drawing/2014/main" id="{FE977434-D53D-7641-AD8B-31614C950EF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971" y="1835"/>
                  <a:ext cx="12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471" name="Rectangle 133">
                  <a:extLst>
                    <a:ext uri="{FF2B5EF4-FFF2-40B4-BE49-F238E27FC236}">
                      <a16:creationId xmlns:a16="http://schemas.microsoft.com/office/drawing/2014/main" id="{7292BF7D-6A5A-AA4C-A31C-AB665B8B056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983" y="1835"/>
                  <a:ext cx="13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472" name="Rectangle 134">
                  <a:extLst>
                    <a:ext uri="{FF2B5EF4-FFF2-40B4-BE49-F238E27FC236}">
                      <a16:creationId xmlns:a16="http://schemas.microsoft.com/office/drawing/2014/main" id="{84BA2E66-A23C-2A41-B508-44888591A20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996" y="1835"/>
                  <a:ext cx="13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473" name="Rectangle 135">
                  <a:extLst>
                    <a:ext uri="{FF2B5EF4-FFF2-40B4-BE49-F238E27FC236}">
                      <a16:creationId xmlns:a16="http://schemas.microsoft.com/office/drawing/2014/main" id="{CA3731F3-BD8D-C44D-9D5C-CBB19AA9282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361" y="1835"/>
                  <a:ext cx="13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474" name="Rectangle 136">
                  <a:extLst>
                    <a:ext uri="{FF2B5EF4-FFF2-40B4-BE49-F238E27FC236}">
                      <a16:creationId xmlns:a16="http://schemas.microsoft.com/office/drawing/2014/main" id="{30EB9653-3509-F347-ABB3-EFFC758D845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493" y="1835"/>
                  <a:ext cx="13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475" name="Rectangle 137">
                  <a:extLst>
                    <a:ext uri="{FF2B5EF4-FFF2-40B4-BE49-F238E27FC236}">
                      <a16:creationId xmlns:a16="http://schemas.microsoft.com/office/drawing/2014/main" id="{A1DA4EEB-890F-804F-95FE-E82E4637C90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606" y="1835"/>
                  <a:ext cx="13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476" name="Rectangle 138">
                  <a:extLst>
                    <a:ext uri="{FF2B5EF4-FFF2-40B4-BE49-F238E27FC236}">
                      <a16:creationId xmlns:a16="http://schemas.microsoft.com/office/drawing/2014/main" id="{1AEC1DD9-4C15-8641-953B-FD53FB6783D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78" y="1835"/>
                  <a:ext cx="13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477" name="Rectangle 139">
                  <a:extLst>
                    <a:ext uri="{FF2B5EF4-FFF2-40B4-BE49-F238E27FC236}">
                      <a16:creationId xmlns:a16="http://schemas.microsoft.com/office/drawing/2014/main" id="{2E4E1FD7-F036-784F-9459-253BC3C65E7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185" y="1835"/>
                  <a:ext cx="13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478" name="Rectangle 140">
                  <a:extLst>
                    <a:ext uri="{FF2B5EF4-FFF2-40B4-BE49-F238E27FC236}">
                      <a16:creationId xmlns:a16="http://schemas.microsoft.com/office/drawing/2014/main" id="{D5525446-A6CF-5A4C-AC9F-BDFAD0D1ACC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78" y="1835"/>
                  <a:ext cx="13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479" name="Rectangle 141">
                  <a:extLst>
                    <a:ext uri="{FF2B5EF4-FFF2-40B4-BE49-F238E27FC236}">
                      <a16:creationId xmlns:a16="http://schemas.microsoft.com/office/drawing/2014/main" id="{29A6E434-F83D-4849-9393-55D7FCE57AE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185" y="1835"/>
                  <a:ext cx="13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480" name="Rectangle 142">
                  <a:extLst>
                    <a:ext uri="{FF2B5EF4-FFF2-40B4-BE49-F238E27FC236}">
                      <a16:creationId xmlns:a16="http://schemas.microsoft.com/office/drawing/2014/main" id="{95B38CCE-FE3C-D147-8FA7-336754B5062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78" y="1835"/>
                  <a:ext cx="13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481" name="Rectangle 143">
                  <a:extLst>
                    <a:ext uri="{FF2B5EF4-FFF2-40B4-BE49-F238E27FC236}">
                      <a16:creationId xmlns:a16="http://schemas.microsoft.com/office/drawing/2014/main" id="{AD9CA2A0-5030-E445-B40F-1F86785D1F6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185" y="1835"/>
                  <a:ext cx="13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482" name="Rectangle 144">
                  <a:extLst>
                    <a:ext uri="{FF2B5EF4-FFF2-40B4-BE49-F238E27FC236}">
                      <a16:creationId xmlns:a16="http://schemas.microsoft.com/office/drawing/2014/main" id="{DE00688B-2588-0549-A9FC-466AB78D6C0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758" y="1835"/>
                  <a:ext cx="13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483" name="Rectangle 145">
                  <a:extLst>
                    <a:ext uri="{FF2B5EF4-FFF2-40B4-BE49-F238E27FC236}">
                      <a16:creationId xmlns:a16="http://schemas.microsoft.com/office/drawing/2014/main" id="{A780672B-5FFD-7A40-8789-8BF30A39B89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493" y="1835"/>
                  <a:ext cx="13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484" name="Rectangle 146">
                  <a:extLst>
                    <a:ext uri="{FF2B5EF4-FFF2-40B4-BE49-F238E27FC236}">
                      <a16:creationId xmlns:a16="http://schemas.microsoft.com/office/drawing/2014/main" id="{FB6BCE64-1505-A94F-8690-893C8413100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606" y="1835"/>
                  <a:ext cx="13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485" name="Rectangle 147">
                  <a:extLst>
                    <a:ext uri="{FF2B5EF4-FFF2-40B4-BE49-F238E27FC236}">
                      <a16:creationId xmlns:a16="http://schemas.microsoft.com/office/drawing/2014/main" id="{F8FA9BCD-0326-B04F-94AA-37496E31C80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694" y="1835"/>
                  <a:ext cx="13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486" name="Rectangle 148">
                  <a:extLst>
                    <a:ext uri="{FF2B5EF4-FFF2-40B4-BE49-F238E27FC236}">
                      <a16:creationId xmlns:a16="http://schemas.microsoft.com/office/drawing/2014/main" id="{E951BAD1-D8CA-C34C-B218-87C1E3AA2DA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764" y="1835"/>
                  <a:ext cx="12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487" name="Rectangle 149">
                  <a:extLst>
                    <a:ext uri="{FF2B5EF4-FFF2-40B4-BE49-F238E27FC236}">
                      <a16:creationId xmlns:a16="http://schemas.microsoft.com/office/drawing/2014/main" id="{255E5E2A-C62D-904C-BF98-88C42724A31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820" y="1835"/>
                  <a:ext cx="13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488" name="Rectangle 150">
                  <a:extLst>
                    <a:ext uri="{FF2B5EF4-FFF2-40B4-BE49-F238E27FC236}">
                      <a16:creationId xmlns:a16="http://schemas.microsoft.com/office/drawing/2014/main" id="{6E73AD3A-0D6C-1F42-A57C-3FFD1628A68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864" y="1835"/>
                  <a:ext cx="13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489" name="Line 151">
                  <a:extLst>
                    <a:ext uri="{FF2B5EF4-FFF2-40B4-BE49-F238E27FC236}">
                      <a16:creationId xmlns:a16="http://schemas.microsoft.com/office/drawing/2014/main" id="{C4EBBDDE-BF93-4544-BAE3-DC6DD502E1C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895" y="3222"/>
                  <a:ext cx="13" cy="1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490" name="Line 152">
                  <a:extLst>
                    <a:ext uri="{FF2B5EF4-FFF2-40B4-BE49-F238E27FC236}">
                      <a16:creationId xmlns:a16="http://schemas.microsoft.com/office/drawing/2014/main" id="{C3D9EB5D-4E04-5740-A058-99B2F8642B8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902" y="3216"/>
                  <a:ext cx="1" cy="12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491" name="Rectangle 153">
                  <a:extLst>
                    <a:ext uri="{FF2B5EF4-FFF2-40B4-BE49-F238E27FC236}">
                      <a16:creationId xmlns:a16="http://schemas.microsoft.com/office/drawing/2014/main" id="{068F3C59-5001-3542-9FD2-46B68B22BDA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500" y="1835"/>
                  <a:ext cx="12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492" name="Rectangle 154">
                  <a:extLst>
                    <a:ext uri="{FF2B5EF4-FFF2-40B4-BE49-F238E27FC236}">
                      <a16:creationId xmlns:a16="http://schemas.microsoft.com/office/drawing/2014/main" id="{D98B01CC-22DF-DA44-89FA-0359C296EA5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606" y="1835"/>
                  <a:ext cx="13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493" name="Rectangle 155">
                  <a:extLst>
                    <a:ext uri="{FF2B5EF4-FFF2-40B4-BE49-F238E27FC236}">
                      <a16:creationId xmlns:a16="http://schemas.microsoft.com/office/drawing/2014/main" id="{7F236166-610F-054C-937E-FB90FBC67E9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694" y="1835"/>
                  <a:ext cx="13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494" name="Rectangle 156">
                  <a:extLst>
                    <a:ext uri="{FF2B5EF4-FFF2-40B4-BE49-F238E27FC236}">
                      <a16:creationId xmlns:a16="http://schemas.microsoft.com/office/drawing/2014/main" id="{F61AF82F-E416-8F4B-BDFF-F1875301348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764" y="1835"/>
                  <a:ext cx="12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495" name="Rectangle 157">
                  <a:extLst>
                    <a:ext uri="{FF2B5EF4-FFF2-40B4-BE49-F238E27FC236}">
                      <a16:creationId xmlns:a16="http://schemas.microsoft.com/office/drawing/2014/main" id="{D38F7F8D-8AE1-544A-A1D3-6B338A478A9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820" y="1835"/>
                  <a:ext cx="13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496" name="Rectangle 158">
                  <a:extLst>
                    <a:ext uri="{FF2B5EF4-FFF2-40B4-BE49-F238E27FC236}">
                      <a16:creationId xmlns:a16="http://schemas.microsoft.com/office/drawing/2014/main" id="{8D7AA531-45BA-B445-B8FE-B338675C48C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864" y="1835"/>
                  <a:ext cx="13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497" name="Rectangle 159">
                  <a:extLst>
                    <a:ext uri="{FF2B5EF4-FFF2-40B4-BE49-F238E27FC236}">
                      <a16:creationId xmlns:a16="http://schemas.microsoft.com/office/drawing/2014/main" id="{C5081586-FCEF-5142-B950-7449CB9C334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902" y="1835"/>
                  <a:ext cx="12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498" name="Line 160">
                  <a:extLst>
                    <a:ext uri="{FF2B5EF4-FFF2-40B4-BE49-F238E27FC236}">
                      <a16:creationId xmlns:a16="http://schemas.microsoft.com/office/drawing/2014/main" id="{6B17081F-5DF4-ED4B-99E6-CC9CA6B5F51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921" y="3222"/>
                  <a:ext cx="12" cy="1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499" name="Line 161">
                  <a:extLst>
                    <a:ext uri="{FF2B5EF4-FFF2-40B4-BE49-F238E27FC236}">
                      <a16:creationId xmlns:a16="http://schemas.microsoft.com/office/drawing/2014/main" id="{2C6BB925-B1C4-E849-98CF-3EF99FEC4D8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927" y="3216"/>
                  <a:ext cx="1" cy="12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00" name="Rectangle 162">
                  <a:extLst>
                    <a:ext uri="{FF2B5EF4-FFF2-40B4-BE49-F238E27FC236}">
                      <a16:creationId xmlns:a16="http://schemas.microsoft.com/office/drawing/2014/main" id="{A9B54188-6B3C-4B4D-A82E-62725A2212F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525" y="1835"/>
                  <a:ext cx="12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01" name="Rectangle 163">
                  <a:extLst>
                    <a:ext uri="{FF2B5EF4-FFF2-40B4-BE49-F238E27FC236}">
                      <a16:creationId xmlns:a16="http://schemas.microsoft.com/office/drawing/2014/main" id="{50D06A3B-3A7E-B544-90E1-6D034FC6637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632" y="1835"/>
                  <a:ext cx="12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02" name="Rectangle 164">
                  <a:extLst>
                    <a:ext uri="{FF2B5EF4-FFF2-40B4-BE49-F238E27FC236}">
                      <a16:creationId xmlns:a16="http://schemas.microsoft.com/office/drawing/2014/main" id="{14F3C139-6B29-134C-A2F9-168F5F0740F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713" y="1835"/>
                  <a:ext cx="13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03" name="Rectangle 165">
                  <a:extLst>
                    <a:ext uri="{FF2B5EF4-FFF2-40B4-BE49-F238E27FC236}">
                      <a16:creationId xmlns:a16="http://schemas.microsoft.com/office/drawing/2014/main" id="{AE8B7490-EEED-2747-B737-3E5945126C5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776" y="1835"/>
                  <a:ext cx="13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04" name="Rectangle 166">
                  <a:extLst>
                    <a:ext uri="{FF2B5EF4-FFF2-40B4-BE49-F238E27FC236}">
                      <a16:creationId xmlns:a16="http://schemas.microsoft.com/office/drawing/2014/main" id="{7A7D7D4D-BD32-D24C-A547-014C9059C50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833" y="1835"/>
                  <a:ext cx="12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05" name="Rectangle 167">
                  <a:extLst>
                    <a:ext uri="{FF2B5EF4-FFF2-40B4-BE49-F238E27FC236}">
                      <a16:creationId xmlns:a16="http://schemas.microsoft.com/office/drawing/2014/main" id="{CF1F58D3-44B2-DB43-9332-4B838C379BD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870" y="1835"/>
                  <a:ext cx="13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06" name="Rectangle 168">
                  <a:extLst>
                    <a:ext uri="{FF2B5EF4-FFF2-40B4-BE49-F238E27FC236}">
                      <a16:creationId xmlns:a16="http://schemas.microsoft.com/office/drawing/2014/main" id="{4E3B9157-9F9B-DB4A-AD43-EDFD973C815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908" y="1835"/>
                  <a:ext cx="13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07" name="Rectangle 169">
                  <a:extLst>
                    <a:ext uri="{FF2B5EF4-FFF2-40B4-BE49-F238E27FC236}">
                      <a16:creationId xmlns:a16="http://schemas.microsoft.com/office/drawing/2014/main" id="{032DDE31-0CC5-AC44-9BFF-58D5FCFB037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933" y="1835"/>
                  <a:ext cx="13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08" name="Rectangle 170">
                  <a:extLst>
                    <a:ext uri="{FF2B5EF4-FFF2-40B4-BE49-F238E27FC236}">
                      <a16:creationId xmlns:a16="http://schemas.microsoft.com/office/drawing/2014/main" id="{E68BBB96-32BA-F842-9166-F93537A6CA7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958" y="1835"/>
                  <a:ext cx="13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09" name="Rectangle 171">
                  <a:extLst>
                    <a:ext uri="{FF2B5EF4-FFF2-40B4-BE49-F238E27FC236}">
                      <a16:creationId xmlns:a16="http://schemas.microsoft.com/office/drawing/2014/main" id="{5743CDC6-5C74-1F4A-AFC6-6C90B2E4542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971" y="1835"/>
                  <a:ext cx="12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10" name="Rectangle 172">
                  <a:extLst>
                    <a:ext uri="{FF2B5EF4-FFF2-40B4-BE49-F238E27FC236}">
                      <a16:creationId xmlns:a16="http://schemas.microsoft.com/office/drawing/2014/main" id="{4041DAF1-04D6-A440-A4CD-9245D123A9B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990" y="1835"/>
                  <a:ext cx="12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11" name="Rectangle 173">
                  <a:extLst>
                    <a:ext uri="{FF2B5EF4-FFF2-40B4-BE49-F238E27FC236}">
                      <a16:creationId xmlns:a16="http://schemas.microsoft.com/office/drawing/2014/main" id="{8D6074AA-AC0C-504E-8C8A-D09734BDC70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996" y="1835"/>
                  <a:ext cx="13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12" name="Line 174">
                  <a:extLst>
                    <a:ext uri="{FF2B5EF4-FFF2-40B4-BE49-F238E27FC236}">
                      <a16:creationId xmlns:a16="http://schemas.microsoft.com/office/drawing/2014/main" id="{E7A0CC08-74A0-2A4B-AF32-C49C2263ABF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002" y="3222"/>
                  <a:ext cx="13" cy="1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13" name="Line 175">
                  <a:extLst>
                    <a:ext uri="{FF2B5EF4-FFF2-40B4-BE49-F238E27FC236}">
                      <a16:creationId xmlns:a16="http://schemas.microsoft.com/office/drawing/2014/main" id="{95FDC535-6214-B947-9EFA-7ADB3ECD734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009" y="3216"/>
                  <a:ext cx="1" cy="12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14" name="Rectangle 176">
                  <a:extLst>
                    <a:ext uri="{FF2B5EF4-FFF2-40B4-BE49-F238E27FC236}">
                      <a16:creationId xmlns:a16="http://schemas.microsoft.com/office/drawing/2014/main" id="{13B93490-972C-C140-8C83-48B2E312339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588" y="1835"/>
                  <a:ext cx="12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15" name="Rectangle 177">
                  <a:extLst>
                    <a:ext uri="{FF2B5EF4-FFF2-40B4-BE49-F238E27FC236}">
                      <a16:creationId xmlns:a16="http://schemas.microsoft.com/office/drawing/2014/main" id="{B6E1528A-FA78-6B42-8C79-B44B57210AA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676" y="1835"/>
                  <a:ext cx="12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16" name="Rectangle 178">
                  <a:extLst>
                    <a:ext uri="{FF2B5EF4-FFF2-40B4-BE49-F238E27FC236}">
                      <a16:creationId xmlns:a16="http://schemas.microsoft.com/office/drawing/2014/main" id="{68CE1F3C-D69B-574A-9E48-F360C8EAB8C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751" y="1835"/>
                  <a:ext cx="13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17" name="Rectangle 179">
                  <a:extLst>
                    <a:ext uri="{FF2B5EF4-FFF2-40B4-BE49-F238E27FC236}">
                      <a16:creationId xmlns:a16="http://schemas.microsoft.com/office/drawing/2014/main" id="{BCC5256B-0627-C746-8869-0EB476C4EA2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808" y="1835"/>
                  <a:ext cx="12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18" name="Rectangle 180">
                  <a:extLst>
                    <a:ext uri="{FF2B5EF4-FFF2-40B4-BE49-F238E27FC236}">
                      <a16:creationId xmlns:a16="http://schemas.microsoft.com/office/drawing/2014/main" id="{39A6E7B2-2B48-6F4E-BBAB-F9B8FB08CE2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858" y="1835"/>
                  <a:ext cx="12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19" name="Rectangle 181">
                  <a:extLst>
                    <a:ext uri="{FF2B5EF4-FFF2-40B4-BE49-F238E27FC236}">
                      <a16:creationId xmlns:a16="http://schemas.microsoft.com/office/drawing/2014/main" id="{C12F7780-CBE4-4A4C-947D-FA98AB42261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895" y="1835"/>
                  <a:ext cx="13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20" name="Rectangle 182">
                  <a:extLst>
                    <a:ext uri="{FF2B5EF4-FFF2-40B4-BE49-F238E27FC236}">
                      <a16:creationId xmlns:a16="http://schemas.microsoft.com/office/drawing/2014/main" id="{4A7E8831-72D4-8F40-830F-FC68DB54941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921" y="1835"/>
                  <a:ext cx="12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21" name="Rectangle 183">
                  <a:extLst>
                    <a:ext uri="{FF2B5EF4-FFF2-40B4-BE49-F238E27FC236}">
                      <a16:creationId xmlns:a16="http://schemas.microsoft.com/office/drawing/2014/main" id="{FEBF35AE-A974-9A4D-BA8F-29025D2D0C4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946" y="1835"/>
                  <a:ext cx="12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22" name="Rectangle 184">
                  <a:extLst>
                    <a:ext uri="{FF2B5EF4-FFF2-40B4-BE49-F238E27FC236}">
                      <a16:creationId xmlns:a16="http://schemas.microsoft.com/office/drawing/2014/main" id="{761E3361-0ABA-B44E-BD8A-04CA2E55362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965" y="1835"/>
                  <a:ext cx="12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23" name="Rectangle 185">
                  <a:extLst>
                    <a:ext uri="{FF2B5EF4-FFF2-40B4-BE49-F238E27FC236}">
                      <a16:creationId xmlns:a16="http://schemas.microsoft.com/office/drawing/2014/main" id="{1CB120F3-B1A1-CD45-A7BC-E5A94CBCCFB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983" y="1835"/>
                  <a:ext cx="13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24" name="Rectangle 186">
                  <a:extLst>
                    <a:ext uri="{FF2B5EF4-FFF2-40B4-BE49-F238E27FC236}">
                      <a16:creationId xmlns:a16="http://schemas.microsoft.com/office/drawing/2014/main" id="{212ABE2D-7735-D04E-8D4C-ECD6DA9E7F0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996" y="1835"/>
                  <a:ext cx="13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25" name="Rectangle 187">
                  <a:extLst>
                    <a:ext uri="{FF2B5EF4-FFF2-40B4-BE49-F238E27FC236}">
                      <a16:creationId xmlns:a16="http://schemas.microsoft.com/office/drawing/2014/main" id="{CDC1D6DB-40C7-B149-A7ED-9BE1A470BA7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002" y="1835"/>
                  <a:ext cx="13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26" name="Rectangle 188">
                  <a:extLst>
                    <a:ext uri="{FF2B5EF4-FFF2-40B4-BE49-F238E27FC236}">
                      <a16:creationId xmlns:a16="http://schemas.microsoft.com/office/drawing/2014/main" id="{3B3D4C21-6BB2-8C4A-9FB0-C6FE9034342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009" y="1835"/>
                  <a:ext cx="12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27" name="Rectangle 189">
                  <a:extLst>
                    <a:ext uri="{FF2B5EF4-FFF2-40B4-BE49-F238E27FC236}">
                      <a16:creationId xmlns:a16="http://schemas.microsoft.com/office/drawing/2014/main" id="{2E37992C-0400-4B45-B682-EDFEB529317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015" y="1835"/>
                  <a:ext cx="12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28" name="Rectangle 190">
                  <a:extLst>
                    <a:ext uri="{FF2B5EF4-FFF2-40B4-BE49-F238E27FC236}">
                      <a16:creationId xmlns:a16="http://schemas.microsoft.com/office/drawing/2014/main" id="{82A736DF-844B-CE41-80DA-EADE7BF017D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185" y="1835"/>
                  <a:ext cx="13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29" name="Rectangle 191">
                  <a:extLst>
                    <a:ext uri="{FF2B5EF4-FFF2-40B4-BE49-F238E27FC236}">
                      <a16:creationId xmlns:a16="http://schemas.microsoft.com/office/drawing/2014/main" id="{9E90300F-4B21-0842-906E-7076507E8D5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016" y="1835"/>
                  <a:ext cx="12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30" name="Rectangle 192">
                  <a:extLst>
                    <a:ext uri="{FF2B5EF4-FFF2-40B4-BE49-F238E27FC236}">
                      <a16:creationId xmlns:a16="http://schemas.microsoft.com/office/drawing/2014/main" id="{FF5AC9AE-63AC-5944-A67D-EB2C40C2716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78" y="1835"/>
                  <a:ext cx="13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31" name="Line 193">
                  <a:extLst>
                    <a:ext uri="{FF2B5EF4-FFF2-40B4-BE49-F238E27FC236}">
                      <a16:creationId xmlns:a16="http://schemas.microsoft.com/office/drawing/2014/main" id="{62C5B467-284E-AA48-8707-547EA4F2075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179" y="3222"/>
                  <a:ext cx="13" cy="1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32" name="Line 194">
                  <a:extLst>
                    <a:ext uri="{FF2B5EF4-FFF2-40B4-BE49-F238E27FC236}">
                      <a16:creationId xmlns:a16="http://schemas.microsoft.com/office/drawing/2014/main" id="{93D6C87C-8A73-D448-9253-CABBE73D20D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185" y="3216"/>
                  <a:ext cx="1" cy="12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33" name="Line 195">
                  <a:extLst>
                    <a:ext uri="{FF2B5EF4-FFF2-40B4-BE49-F238E27FC236}">
                      <a16:creationId xmlns:a16="http://schemas.microsoft.com/office/drawing/2014/main" id="{8618996E-6D73-2642-936B-A2BBFEB2576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28" y="3222"/>
                  <a:ext cx="12" cy="1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34" name="Line 196">
                  <a:extLst>
                    <a:ext uri="{FF2B5EF4-FFF2-40B4-BE49-F238E27FC236}">
                      <a16:creationId xmlns:a16="http://schemas.microsoft.com/office/drawing/2014/main" id="{80F30E84-1041-FE46-9378-43A4E3A8FB5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34" y="3216"/>
                  <a:ext cx="1" cy="12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35" name="Rectangle 197">
                  <a:extLst>
                    <a:ext uri="{FF2B5EF4-FFF2-40B4-BE49-F238E27FC236}">
                      <a16:creationId xmlns:a16="http://schemas.microsoft.com/office/drawing/2014/main" id="{C44D90EC-0AF9-1F46-B859-2B686D4D520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727" y="1835"/>
                  <a:ext cx="12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36" name="Line 198">
                  <a:extLst>
                    <a:ext uri="{FF2B5EF4-FFF2-40B4-BE49-F238E27FC236}">
                      <a16:creationId xmlns:a16="http://schemas.microsoft.com/office/drawing/2014/main" id="{67D65DB2-1066-784D-A359-EF3C6CBEB0E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72" y="3222"/>
                  <a:ext cx="12" cy="1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37" name="Line 199">
                  <a:extLst>
                    <a:ext uri="{FF2B5EF4-FFF2-40B4-BE49-F238E27FC236}">
                      <a16:creationId xmlns:a16="http://schemas.microsoft.com/office/drawing/2014/main" id="{E64B70E9-A20B-B047-897A-6C5C464E6C0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78" y="3216"/>
                  <a:ext cx="1" cy="12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38" name="Line 200">
                  <a:extLst>
                    <a:ext uri="{FF2B5EF4-FFF2-40B4-BE49-F238E27FC236}">
                      <a16:creationId xmlns:a16="http://schemas.microsoft.com/office/drawing/2014/main" id="{FEAE6A3F-21C6-D049-9412-BE990478C1B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752" y="3222"/>
                  <a:ext cx="12" cy="1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39" name="Line 201">
                  <a:extLst>
                    <a:ext uri="{FF2B5EF4-FFF2-40B4-BE49-F238E27FC236}">
                      <a16:creationId xmlns:a16="http://schemas.microsoft.com/office/drawing/2014/main" id="{2535AD59-36A1-B34D-868C-26DB810AFFB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758" y="3216"/>
                  <a:ext cx="1" cy="12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40" name="Line 202">
                  <a:extLst>
                    <a:ext uri="{FF2B5EF4-FFF2-40B4-BE49-F238E27FC236}">
                      <a16:creationId xmlns:a16="http://schemas.microsoft.com/office/drawing/2014/main" id="{6BFABAAF-2F61-AB48-BF1A-99BAF4417CE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582" y="3222"/>
                  <a:ext cx="13" cy="1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41" name="Line 203">
                  <a:extLst>
                    <a:ext uri="{FF2B5EF4-FFF2-40B4-BE49-F238E27FC236}">
                      <a16:creationId xmlns:a16="http://schemas.microsoft.com/office/drawing/2014/main" id="{5ACA7B8A-A92C-314A-A433-5731F99C675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588" y="3216"/>
                  <a:ext cx="1" cy="12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42" name="Line 204">
                  <a:extLst>
                    <a:ext uri="{FF2B5EF4-FFF2-40B4-BE49-F238E27FC236}">
                      <a16:creationId xmlns:a16="http://schemas.microsoft.com/office/drawing/2014/main" id="{FF2A3FED-EDF8-964D-8E79-BBCA4BB2A12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450" y="3222"/>
                  <a:ext cx="13" cy="1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43" name="Line 205">
                  <a:extLst>
                    <a:ext uri="{FF2B5EF4-FFF2-40B4-BE49-F238E27FC236}">
                      <a16:creationId xmlns:a16="http://schemas.microsoft.com/office/drawing/2014/main" id="{257863DC-9711-824A-870D-CB95EE01FA4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456" y="3216"/>
                  <a:ext cx="1" cy="12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9" name="Group 206">
                <a:extLst>
                  <a:ext uri="{FF2B5EF4-FFF2-40B4-BE49-F238E27FC236}">
                    <a16:creationId xmlns:a16="http://schemas.microsoft.com/office/drawing/2014/main" id="{4F5C9B50-9465-EE46-AECA-10FA98A34AA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897" y="1835"/>
                <a:ext cx="2156" cy="1393"/>
                <a:chOff x="1897" y="1835"/>
                <a:chExt cx="2156" cy="1393"/>
              </a:xfrm>
            </p:grpSpPr>
            <p:sp>
              <p:nvSpPr>
                <p:cNvPr id="1145" name="Line 207">
                  <a:extLst>
                    <a:ext uri="{FF2B5EF4-FFF2-40B4-BE49-F238E27FC236}">
                      <a16:creationId xmlns:a16="http://schemas.microsoft.com/office/drawing/2014/main" id="{9FBE0F92-EB28-424D-B54D-173B00CCD77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337" y="3222"/>
                  <a:ext cx="13" cy="1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146" name="Line 208">
                  <a:extLst>
                    <a:ext uri="{FF2B5EF4-FFF2-40B4-BE49-F238E27FC236}">
                      <a16:creationId xmlns:a16="http://schemas.microsoft.com/office/drawing/2014/main" id="{5D3FC033-0B7B-804B-8775-BD322FE4546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343" y="3216"/>
                  <a:ext cx="1" cy="12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147" name="Line 209">
                  <a:extLst>
                    <a:ext uri="{FF2B5EF4-FFF2-40B4-BE49-F238E27FC236}">
                      <a16:creationId xmlns:a16="http://schemas.microsoft.com/office/drawing/2014/main" id="{F9E8145E-6AD3-8740-B4C9-4DE5F9AA9EA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249" y="3222"/>
                  <a:ext cx="13" cy="1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148" name="Line 210">
                  <a:extLst>
                    <a:ext uri="{FF2B5EF4-FFF2-40B4-BE49-F238E27FC236}">
                      <a16:creationId xmlns:a16="http://schemas.microsoft.com/office/drawing/2014/main" id="{BBC29BEE-1DDC-1C42-BBF6-451E24F6A68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255" y="3216"/>
                  <a:ext cx="1" cy="12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149" name="Line 211">
                  <a:extLst>
                    <a:ext uri="{FF2B5EF4-FFF2-40B4-BE49-F238E27FC236}">
                      <a16:creationId xmlns:a16="http://schemas.microsoft.com/office/drawing/2014/main" id="{89B2605E-9B5D-2A4A-9CA6-61E0540B332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180" y="3222"/>
                  <a:ext cx="12" cy="1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150" name="Line 212">
                  <a:extLst>
                    <a:ext uri="{FF2B5EF4-FFF2-40B4-BE49-F238E27FC236}">
                      <a16:creationId xmlns:a16="http://schemas.microsoft.com/office/drawing/2014/main" id="{04138E8D-D27B-E249-B9AD-D70E7B1D6E7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186" y="3216"/>
                  <a:ext cx="1" cy="12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151" name="Rectangle 213">
                  <a:extLst>
                    <a:ext uri="{FF2B5EF4-FFF2-40B4-BE49-F238E27FC236}">
                      <a16:creationId xmlns:a16="http://schemas.microsoft.com/office/drawing/2014/main" id="{90EC579E-B133-244D-A14E-60C915CC1C7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694" y="1835"/>
                  <a:ext cx="13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152" name="Rectangle 214">
                  <a:extLst>
                    <a:ext uri="{FF2B5EF4-FFF2-40B4-BE49-F238E27FC236}">
                      <a16:creationId xmlns:a16="http://schemas.microsoft.com/office/drawing/2014/main" id="{BA6DD5BC-BE41-7947-9C54-FDD335892C9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764" y="1835"/>
                  <a:ext cx="12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153" name="Rectangle 215">
                  <a:extLst>
                    <a:ext uri="{FF2B5EF4-FFF2-40B4-BE49-F238E27FC236}">
                      <a16:creationId xmlns:a16="http://schemas.microsoft.com/office/drawing/2014/main" id="{82515553-F4E4-5547-8230-D9F4B3EFAC1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820" y="1835"/>
                  <a:ext cx="13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154" name="Rectangle 216">
                  <a:extLst>
                    <a:ext uri="{FF2B5EF4-FFF2-40B4-BE49-F238E27FC236}">
                      <a16:creationId xmlns:a16="http://schemas.microsoft.com/office/drawing/2014/main" id="{32182B9E-A7BE-A04E-A9F2-BC296BE9F13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864" y="1835"/>
                  <a:ext cx="13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155" name="Rectangle 217">
                  <a:extLst>
                    <a:ext uri="{FF2B5EF4-FFF2-40B4-BE49-F238E27FC236}">
                      <a16:creationId xmlns:a16="http://schemas.microsoft.com/office/drawing/2014/main" id="{33B9CF72-4351-CF4A-8605-50D627B911B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902" y="1835"/>
                  <a:ext cx="12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156" name="Rectangle 218">
                  <a:extLst>
                    <a:ext uri="{FF2B5EF4-FFF2-40B4-BE49-F238E27FC236}">
                      <a16:creationId xmlns:a16="http://schemas.microsoft.com/office/drawing/2014/main" id="{E7ED968A-B676-7940-853B-8EC9720F72F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927" y="1835"/>
                  <a:ext cx="12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157" name="Rectangle 219">
                  <a:extLst>
                    <a:ext uri="{FF2B5EF4-FFF2-40B4-BE49-F238E27FC236}">
                      <a16:creationId xmlns:a16="http://schemas.microsoft.com/office/drawing/2014/main" id="{0D109FF0-DE53-9D42-96D1-F0C052A113F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952" y="1835"/>
                  <a:ext cx="13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158" name="Rectangle 220">
                  <a:extLst>
                    <a:ext uri="{FF2B5EF4-FFF2-40B4-BE49-F238E27FC236}">
                      <a16:creationId xmlns:a16="http://schemas.microsoft.com/office/drawing/2014/main" id="{A0A1EFE0-F8E6-834E-90F9-7A90AB210F3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971" y="1835"/>
                  <a:ext cx="12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159" name="Rectangle 221">
                  <a:extLst>
                    <a:ext uri="{FF2B5EF4-FFF2-40B4-BE49-F238E27FC236}">
                      <a16:creationId xmlns:a16="http://schemas.microsoft.com/office/drawing/2014/main" id="{B88F288B-BD6B-0442-B8ED-4B61463AC29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983" y="1835"/>
                  <a:ext cx="13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160" name="Rectangle 222">
                  <a:extLst>
                    <a:ext uri="{FF2B5EF4-FFF2-40B4-BE49-F238E27FC236}">
                      <a16:creationId xmlns:a16="http://schemas.microsoft.com/office/drawing/2014/main" id="{B6643D21-EE23-494B-80AD-10F0EA6CA75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996" y="1835"/>
                  <a:ext cx="13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161" name="Rectangle 223">
                  <a:extLst>
                    <a:ext uri="{FF2B5EF4-FFF2-40B4-BE49-F238E27FC236}">
                      <a16:creationId xmlns:a16="http://schemas.microsoft.com/office/drawing/2014/main" id="{C59DE6D7-09B2-734B-B5B1-0058B24F3B0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002" y="1835"/>
                  <a:ext cx="13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162" name="Rectangle 224">
                  <a:extLst>
                    <a:ext uri="{FF2B5EF4-FFF2-40B4-BE49-F238E27FC236}">
                      <a16:creationId xmlns:a16="http://schemas.microsoft.com/office/drawing/2014/main" id="{00BBCE8E-16DA-C146-B1AF-76F95AC15D3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015" y="1835"/>
                  <a:ext cx="12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163" name="Rectangle 225">
                  <a:extLst>
                    <a:ext uri="{FF2B5EF4-FFF2-40B4-BE49-F238E27FC236}">
                      <a16:creationId xmlns:a16="http://schemas.microsoft.com/office/drawing/2014/main" id="{CAC2E181-B30F-0A4D-8707-4F6DDA10CC4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021" y="1835"/>
                  <a:ext cx="13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164" name="Rectangle 226">
                  <a:extLst>
                    <a:ext uri="{FF2B5EF4-FFF2-40B4-BE49-F238E27FC236}">
                      <a16:creationId xmlns:a16="http://schemas.microsoft.com/office/drawing/2014/main" id="{B7510105-6707-2442-B8BE-92B77AD7967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027" y="1835"/>
                  <a:ext cx="13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165" name="Rectangle 227">
                  <a:extLst>
                    <a:ext uri="{FF2B5EF4-FFF2-40B4-BE49-F238E27FC236}">
                      <a16:creationId xmlns:a16="http://schemas.microsoft.com/office/drawing/2014/main" id="{176D0F99-9092-6740-8C91-36829127574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034" y="1835"/>
                  <a:ext cx="12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166" name="Rectangle 228">
                  <a:extLst>
                    <a:ext uri="{FF2B5EF4-FFF2-40B4-BE49-F238E27FC236}">
                      <a16:creationId xmlns:a16="http://schemas.microsoft.com/office/drawing/2014/main" id="{46B843D1-947A-8140-8EC8-3D3CB27028D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185" y="1835"/>
                  <a:ext cx="13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167" name="Rectangle 229">
                  <a:extLst>
                    <a:ext uri="{FF2B5EF4-FFF2-40B4-BE49-F238E27FC236}">
                      <a16:creationId xmlns:a16="http://schemas.microsoft.com/office/drawing/2014/main" id="{84415AED-A561-7341-B0E2-B5A54DD38EA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952" y="1835"/>
                  <a:ext cx="13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168" name="Rectangle 230">
                  <a:extLst>
                    <a:ext uri="{FF2B5EF4-FFF2-40B4-BE49-F238E27FC236}">
                      <a16:creationId xmlns:a16="http://schemas.microsoft.com/office/drawing/2014/main" id="{EAAE7C30-A88B-0C49-90E8-F4D10E42E8E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971" y="1835"/>
                  <a:ext cx="12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169" name="Rectangle 231">
                  <a:extLst>
                    <a:ext uri="{FF2B5EF4-FFF2-40B4-BE49-F238E27FC236}">
                      <a16:creationId xmlns:a16="http://schemas.microsoft.com/office/drawing/2014/main" id="{BB59B92A-EA3A-324C-AF4F-E522E4E02E9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983" y="1835"/>
                  <a:ext cx="13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170" name="Rectangle 232">
                  <a:extLst>
                    <a:ext uri="{FF2B5EF4-FFF2-40B4-BE49-F238E27FC236}">
                      <a16:creationId xmlns:a16="http://schemas.microsoft.com/office/drawing/2014/main" id="{4C70BA18-F4AF-A54E-858A-427052A03DF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996" y="1835"/>
                  <a:ext cx="13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171" name="Rectangle 233">
                  <a:extLst>
                    <a:ext uri="{FF2B5EF4-FFF2-40B4-BE49-F238E27FC236}">
                      <a16:creationId xmlns:a16="http://schemas.microsoft.com/office/drawing/2014/main" id="{E9A5D39F-C5EF-3047-B190-12E20111BB7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002" y="1835"/>
                  <a:ext cx="13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172" name="Rectangle 234">
                  <a:extLst>
                    <a:ext uri="{FF2B5EF4-FFF2-40B4-BE49-F238E27FC236}">
                      <a16:creationId xmlns:a16="http://schemas.microsoft.com/office/drawing/2014/main" id="{95BE521D-F9A2-8445-998E-A5A83874BA7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015" y="1835"/>
                  <a:ext cx="12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173" name="Rectangle 235">
                  <a:extLst>
                    <a:ext uri="{FF2B5EF4-FFF2-40B4-BE49-F238E27FC236}">
                      <a16:creationId xmlns:a16="http://schemas.microsoft.com/office/drawing/2014/main" id="{F689F1A5-20FC-FC4D-A2C6-F6CDDC845B2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021" y="1835"/>
                  <a:ext cx="13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174" name="Rectangle 236">
                  <a:extLst>
                    <a:ext uri="{FF2B5EF4-FFF2-40B4-BE49-F238E27FC236}">
                      <a16:creationId xmlns:a16="http://schemas.microsoft.com/office/drawing/2014/main" id="{A20A1569-2B89-CD48-9334-3F339231EC5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027" y="1835"/>
                  <a:ext cx="13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175" name="Rectangle 237">
                  <a:extLst>
                    <a:ext uri="{FF2B5EF4-FFF2-40B4-BE49-F238E27FC236}">
                      <a16:creationId xmlns:a16="http://schemas.microsoft.com/office/drawing/2014/main" id="{49F1329E-D95A-1A48-BDD1-B3AB07C9869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034" y="1835"/>
                  <a:ext cx="12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176" name="Rectangle 238">
                  <a:extLst>
                    <a:ext uri="{FF2B5EF4-FFF2-40B4-BE49-F238E27FC236}">
                      <a16:creationId xmlns:a16="http://schemas.microsoft.com/office/drawing/2014/main" id="{0C1AB5E6-8637-5F4C-B03C-64F3CD20CE6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040" y="1835"/>
                  <a:ext cx="13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177" name="Line 239">
                  <a:extLst>
                    <a:ext uri="{FF2B5EF4-FFF2-40B4-BE49-F238E27FC236}">
                      <a16:creationId xmlns:a16="http://schemas.microsoft.com/office/drawing/2014/main" id="{EFA36AD5-788A-AB49-8504-8C1884A9607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355" y="3222"/>
                  <a:ext cx="13" cy="1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178" name="Line 240">
                  <a:extLst>
                    <a:ext uri="{FF2B5EF4-FFF2-40B4-BE49-F238E27FC236}">
                      <a16:creationId xmlns:a16="http://schemas.microsoft.com/office/drawing/2014/main" id="{AD3F39E4-6B68-164D-839A-AA63778D149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361" y="3216"/>
                  <a:ext cx="1" cy="12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179" name="Rectangle 241">
                  <a:extLst>
                    <a:ext uri="{FF2B5EF4-FFF2-40B4-BE49-F238E27FC236}">
                      <a16:creationId xmlns:a16="http://schemas.microsoft.com/office/drawing/2014/main" id="{4F882A23-722D-784F-8797-EACE34EF80A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066" y="1835"/>
                  <a:ext cx="13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180" name="Rectangle 242">
                  <a:extLst>
                    <a:ext uri="{FF2B5EF4-FFF2-40B4-BE49-F238E27FC236}">
                      <a16:creationId xmlns:a16="http://schemas.microsoft.com/office/drawing/2014/main" id="{55E02693-30CF-594A-B750-32E4B4490FD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261" y="1835"/>
                  <a:ext cx="12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181" name="Rectangle 243">
                  <a:extLst>
                    <a:ext uri="{FF2B5EF4-FFF2-40B4-BE49-F238E27FC236}">
                      <a16:creationId xmlns:a16="http://schemas.microsoft.com/office/drawing/2014/main" id="{AAED5A57-17C7-834D-B9A0-79BC919E8C2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418" y="1835"/>
                  <a:ext cx="12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182" name="Rectangle 244">
                  <a:extLst>
                    <a:ext uri="{FF2B5EF4-FFF2-40B4-BE49-F238E27FC236}">
                      <a16:creationId xmlns:a16="http://schemas.microsoft.com/office/drawing/2014/main" id="{DBCDCBA6-9566-374A-BA48-5CCC163072A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544" y="1835"/>
                  <a:ext cx="12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183" name="Rectangle 245">
                  <a:extLst>
                    <a:ext uri="{FF2B5EF4-FFF2-40B4-BE49-F238E27FC236}">
                      <a16:creationId xmlns:a16="http://schemas.microsoft.com/office/drawing/2014/main" id="{74665A00-C5BA-A246-A4CB-38EA2594375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644" y="1835"/>
                  <a:ext cx="13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184" name="Rectangle 246">
                  <a:extLst>
                    <a:ext uri="{FF2B5EF4-FFF2-40B4-BE49-F238E27FC236}">
                      <a16:creationId xmlns:a16="http://schemas.microsoft.com/office/drawing/2014/main" id="{CD398F6D-6AC6-984D-B494-5CA60882A7F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726" y="1835"/>
                  <a:ext cx="12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185" name="Rectangle 247">
                  <a:extLst>
                    <a:ext uri="{FF2B5EF4-FFF2-40B4-BE49-F238E27FC236}">
                      <a16:creationId xmlns:a16="http://schemas.microsoft.com/office/drawing/2014/main" id="{130B7A56-CD36-5A4A-A215-FDAD276EBD1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789" y="1835"/>
                  <a:ext cx="12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186" name="Rectangle 248">
                  <a:extLst>
                    <a:ext uri="{FF2B5EF4-FFF2-40B4-BE49-F238E27FC236}">
                      <a16:creationId xmlns:a16="http://schemas.microsoft.com/office/drawing/2014/main" id="{84C68065-BA69-B34C-B163-B9E99EE5456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839" y="1835"/>
                  <a:ext cx="13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187" name="Rectangle 249">
                  <a:extLst>
                    <a:ext uri="{FF2B5EF4-FFF2-40B4-BE49-F238E27FC236}">
                      <a16:creationId xmlns:a16="http://schemas.microsoft.com/office/drawing/2014/main" id="{1382F47B-C4AE-2F43-8126-AE7FE8501A7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877" y="1835"/>
                  <a:ext cx="12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188" name="Rectangle 250">
                  <a:extLst>
                    <a:ext uri="{FF2B5EF4-FFF2-40B4-BE49-F238E27FC236}">
                      <a16:creationId xmlns:a16="http://schemas.microsoft.com/office/drawing/2014/main" id="{24D23494-A3DE-0646-8B31-694FE95CF73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914" y="1835"/>
                  <a:ext cx="13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189" name="Rectangle 251">
                  <a:extLst>
                    <a:ext uri="{FF2B5EF4-FFF2-40B4-BE49-F238E27FC236}">
                      <a16:creationId xmlns:a16="http://schemas.microsoft.com/office/drawing/2014/main" id="{BDC1E6AA-7DC6-0B43-B893-CF605956304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939" y="1835"/>
                  <a:ext cx="13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190" name="Rectangle 252">
                  <a:extLst>
                    <a:ext uri="{FF2B5EF4-FFF2-40B4-BE49-F238E27FC236}">
                      <a16:creationId xmlns:a16="http://schemas.microsoft.com/office/drawing/2014/main" id="{3C45D292-B6FA-EB41-BD25-AB9AA7A2914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958" y="1835"/>
                  <a:ext cx="13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191" name="Rectangle 253">
                  <a:extLst>
                    <a:ext uri="{FF2B5EF4-FFF2-40B4-BE49-F238E27FC236}">
                      <a16:creationId xmlns:a16="http://schemas.microsoft.com/office/drawing/2014/main" id="{2EFBD3EB-103B-2B46-94F1-9D2208B9E3D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977" y="1835"/>
                  <a:ext cx="13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192" name="Rectangle 254">
                  <a:extLst>
                    <a:ext uri="{FF2B5EF4-FFF2-40B4-BE49-F238E27FC236}">
                      <a16:creationId xmlns:a16="http://schemas.microsoft.com/office/drawing/2014/main" id="{E2560401-EB96-B249-B29B-116E061D502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990" y="1835"/>
                  <a:ext cx="12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193" name="Rectangle 255">
                  <a:extLst>
                    <a:ext uri="{FF2B5EF4-FFF2-40B4-BE49-F238E27FC236}">
                      <a16:creationId xmlns:a16="http://schemas.microsoft.com/office/drawing/2014/main" id="{542599D5-C637-A240-9176-3C6098F02AD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002" y="1835"/>
                  <a:ext cx="13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194" name="Rectangle 256">
                  <a:extLst>
                    <a:ext uri="{FF2B5EF4-FFF2-40B4-BE49-F238E27FC236}">
                      <a16:creationId xmlns:a16="http://schemas.microsoft.com/office/drawing/2014/main" id="{878E2DC6-84E1-324F-8BAD-D0A0D707D13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009" y="1835"/>
                  <a:ext cx="12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195" name="Rectangle 257">
                  <a:extLst>
                    <a:ext uri="{FF2B5EF4-FFF2-40B4-BE49-F238E27FC236}">
                      <a16:creationId xmlns:a16="http://schemas.microsoft.com/office/drawing/2014/main" id="{79026DA1-B41B-7247-B906-0B396901757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015" y="1835"/>
                  <a:ext cx="12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196" name="Rectangle 258">
                  <a:extLst>
                    <a:ext uri="{FF2B5EF4-FFF2-40B4-BE49-F238E27FC236}">
                      <a16:creationId xmlns:a16="http://schemas.microsoft.com/office/drawing/2014/main" id="{58341DA3-9E2E-A040-911B-A88B6F8C805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021" y="1835"/>
                  <a:ext cx="13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197" name="Rectangle 259">
                  <a:extLst>
                    <a:ext uri="{FF2B5EF4-FFF2-40B4-BE49-F238E27FC236}">
                      <a16:creationId xmlns:a16="http://schemas.microsoft.com/office/drawing/2014/main" id="{1CA50D9D-5566-C541-9A17-4694E9DAB3B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027" y="1835"/>
                  <a:ext cx="13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198" name="Line 260">
                  <a:extLst>
                    <a:ext uri="{FF2B5EF4-FFF2-40B4-BE49-F238E27FC236}">
                      <a16:creationId xmlns:a16="http://schemas.microsoft.com/office/drawing/2014/main" id="{B497AEB8-8926-6345-8236-52D3047C66C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582" y="3222"/>
                  <a:ext cx="13" cy="1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199" name="Line 261">
                  <a:extLst>
                    <a:ext uri="{FF2B5EF4-FFF2-40B4-BE49-F238E27FC236}">
                      <a16:creationId xmlns:a16="http://schemas.microsoft.com/office/drawing/2014/main" id="{52AF8F78-75EC-CE4D-AEEA-E3B117B0467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588" y="3216"/>
                  <a:ext cx="1" cy="12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200" name="Rectangle 262">
                  <a:extLst>
                    <a:ext uri="{FF2B5EF4-FFF2-40B4-BE49-F238E27FC236}">
                      <a16:creationId xmlns:a16="http://schemas.microsoft.com/office/drawing/2014/main" id="{C3FBE1EA-B604-1640-9F2F-20D8CFD1998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456" y="1835"/>
                  <a:ext cx="13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201" name="Line 263">
                  <a:extLst>
                    <a:ext uri="{FF2B5EF4-FFF2-40B4-BE49-F238E27FC236}">
                      <a16:creationId xmlns:a16="http://schemas.microsoft.com/office/drawing/2014/main" id="{6FD7AE1E-CABA-2048-99C1-3D3F57FFC7E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764" y="3222"/>
                  <a:ext cx="13" cy="1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202" name="Line 264">
                  <a:extLst>
                    <a:ext uri="{FF2B5EF4-FFF2-40B4-BE49-F238E27FC236}">
                      <a16:creationId xmlns:a16="http://schemas.microsoft.com/office/drawing/2014/main" id="{221EF19C-C9CD-0347-84FC-26FFF96B179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771" y="3216"/>
                  <a:ext cx="1" cy="12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203" name="Rectangle 265">
                  <a:extLst>
                    <a:ext uri="{FF2B5EF4-FFF2-40B4-BE49-F238E27FC236}">
                      <a16:creationId xmlns:a16="http://schemas.microsoft.com/office/drawing/2014/main" id="{11982C2F-B78D-094F-9649-4C2CB3A4E82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601" y="1835"/>
                  <a:ext cx="12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204" name="Line 266">
                  <a:extLst>
                    <a:ext uri="{FF2B5EF4-FFF2-40B4-BE49-F238E27FC236}">
                      <a16:creationId xmlns:a16="http://schemas.microsoft.com/office/drawing/2014/main" id="{62F28B84-BB0E-5042-83EA-828B81D1325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884" y="3222"/>
                  <a:ext cx="12" cy="1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205" name="Line 267">
                  <a:extLst>
                    <a:ext uri="{FF2B5EF4-FFF2-40B4-BE49-F238E27FC236}">
                      <a16:creationId xmlns:a16="http://schemas.microsoft.com/office/drawing/2014/main" id="{E4EA396B-60DE-CA49-A4F7-87E81911698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890" y="3216"/>
                  <a:ext cx="1" cy="12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206" name="Line 268">
                  <a:extLst>
                    <a:ext uri="{FF2B5EF4-FFF2-40B4-BE49-F238E27FC236}">
                      <a16:creationId xmlns:a16="http://schemas.microsoft.com/office/drawing/2014/main" id="{CF04A10E-72D6-6940-8F5B-52D0E9CF266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72" y="3222"/>
                  <a:ext cx="12" cy="1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207" name="Line 269">
                  <a:extLst>
                    <a:ext uri="{FF2B5EF4-FFF2-40B4-BE49-F238E27FC236}">
                      <a16:creationId xmlns:a16="http://schemas.microsoft.com/office/drawing/2014/main" id="{C9B38C50-3CE8-DD4E-BA56-1ED5852B385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78" y="3216"/>
                  <a:ext cx="1" cy="12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208" name="Line 270">
                  <a:extLst>
                    <a:ext uri="{FF2B5EF4-FFF2-40B4-BE49-F238E27FC236}">
                      <a16:creationId xmlns:a16="http://schemas.microsoft.com/office/drawing/2014/main" id="{964E7318-43AC-644C-8507-3A160274A8E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752" y="3222"/>
                  <a:ext cx="12" cy="1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209" name="Line 271">
                  <a:extLst>
                    <a:ext uri="{FF2B5EF4-FFF2-40B4-BE49-F238E27FC236}">
                      <a16:creationId xmlns:a16="http://schemas.microsoft.com/office/drawing/2014/main" id="{C9A4B12D-476F-B748-B378-526574E29CD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758" y="3216"/>
                  <a:ext cx="1" cy="12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210" name="Line 272">
                  <a:extLst>
                    <a:ext uri="{FF2B5EF4-FFF2-40B4-BE49-F238E27FC236}">
                      <a16:creationId xmlns:a16="http://schemas.microsoft.com/office/drawing/2014/main" id="{555D3493-64E2-3149-A333-E7098D99FBE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582" y="3222"/>
                  <a:ext cx="13" cy="1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211" name="Line 273">
                  <a:extLst>
                    <a:ext uri="{FF2B5EF4-FFF2-40B4-BE49-F238E27FC236}">
                      <a16:creationId xmlns:a16="http://schemas.microsoft.com/office/drawing/2014/main" id="{5063CF3A-CBFE-524B-9725-9B74BDEB1B7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588" y="3216"/>
                  <a:ext cx="1" cy="12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212" name="Rectangle 274">
                  <a:extLst>
                    <a:ext uri="{FF2B5EF4-FFF2-40B4-BE49-F238E27FC236}">
                      <a16:creationId xmlns:a16="http://schemas.microsoft.com/office/drawing/2014/main" id="{8B5FB8EA-06EB-6143-8054-7E13D117A3F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016" y="1835"/>
                  <a:ext cx="12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213" name="Line 275">
                  <a:extLst>
                    <a:ext uri="{FF2B5EF4-FFF2-40B4-BE49-F238E27FC236}">
                      <a16:creationId xmlns:a16="http://schemas.microsoft.com/office/drawing/2014/main" id="{4737C482-B2F9-DA41-8E7A-38D518A6C1D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217" y="3222"/>
                  <a:ext cx="12" cy="1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214" name="Line 276">
                  <a:extLst>
                    <a:ext uri="{FF2B5EF4-FFF2-40B4-BE49-F238E27FC236}">
                      <a16:creationId xmlns:a16="http://schemas.microsoft.com/office/drawing/2014/main" id="{6421CD4A-49B3-0C4C-8A8A-3955EA875E7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223" y="3216"/>
                  <a:ext cx="1" cy="12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215" name="Rectangle 277">
                  <a:extLst>
                    <a:ext uri="{FF2B5EF4-FFF2-40B4-BE49-F238E27FC236}">
                      <a16:creationId xmlns:a16="http://schemas.microsoft.com/office/drawing/2014/main" id="{8D36521B-26F2-FB4C-AC38-52971644629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047" y="1835"/>
                  <a:ext cx="13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216" name="Rectangle 278">
                  <a:extLst>
                    <a:ext uri="{FF2B5EF4-FFF2-40B4-BE49-F238E27FC236}">
                      <a16:creationId xmlns:a16="http://schemas.microsoft.com/office/drawing/2014/main" id="{6D5568F9-EEF6-304A-B1AC-F5D8D3F9DC4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248" y="1835"/>
                  <a:ext cx="13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217" name="Line 279">
                  <a:extLst>
                    <a:ext uri="{FF2B5EF4-FFF2-40B4-BE49-F238E27FC236}">
                      <a16:creationId xmlns:a16="http://schemas.microsoft.com/office/drawing/2014/main" id="{C2931326-55F3-5B49-9365-72F496C77CE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399" y="3222"/>
                  <a:ext cx="13" cy="1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218" name="Line 280">
                  <a:extLst>
                    <a:ext uri="{FF2B5EF4-FFF2-40B4-BE49-F238E27FC236}">
                      <a16:creationId xmlns:a16="http://schemas.microsoft.com/office/drawing/2014/main" id="{A87DCCF7-8794-5A4C-96C5-38EC6CB1A54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405" y="3216"/>
                  <a:ext cx="1" cy="12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219" name="Rectangle 281">
                  <a:extLst>
                    <a:ext uri="{FF2B5EF4-FFF2-40B4-BE49-F238E27FC236}">
                      <a16:creationId xmlns:a16="http://schemas.microsoft.com/office/drawing/2014/main" id="{70673FFA-3915-E847-8E08-47D73B27E03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110" y="1835"/>
                  <a:ext cx="13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220" name="Rectangle 282">
                  <a:extLst>
                    <a:ext uri="{FF2B5EF4-FFF2-40B4-BE49-F238E27FC236}">
                      <a16:creationId xmlns:a16="http://schemas.microsoft.com/office/drawing/2014/main" id="{6E071875-E908-6E40-936C-267058D8485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292" y="1835"/>
                  <a:ext cx="13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221" name="Rectangle 283">
                  <a:extLst>
                    <a:ext uri="{FF2B5EF4-FFF2-40B4-BE49-F238E27FC236}">
                      <a16:creationId xmlns:a16="http://schemas.microsoft.com/office/drawing/2014/main" id="{6B5776C0-920E-DD48-B4B9-FE926145804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443" y="1835"/>
                  <a:ext cx="13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222" name="Rectangle 284">
                  <a:extLst>
                    <a:ext uri="{FF2B5EF4-FFF2-40B4-BE49-F238E27FC236}">
                      <a16:creationId xmlns:a16="http://schemas.microsoft.com/office/drawing/2014/main" id="{B0A3D993-BEA8-A046-AEF5-0998296E813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562" y="1835"/>
                  <a:ext cx="13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223" name="Rectangle 285">
                  <a:extLst>
                    <a:ext uri="{FF2B5EF4-FFF2-40B4-BE49-F238E27FC236}">
                      <a16:creationId xmlns:a16="http://schemas.microsoft.com/office/drawing/2014/main" id="{1457CC81-E23C-A641-963D-2D07085C04D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657" y="1835"/>
                  <a:ext cx="12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224" name="Rectangle 286">
                  <a:extLst>
                    <a:ext uri="{FF2B5EF4-FFF2-40B4-BE49-F238E27FC236}">
                      <a16:creationId xmlns:a16="http://schemas.microsoft.com/office/drawing/2014/main" id="{AE208E28-CBBE-1746-8901-3D07BEBDB70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738" y="1835"/>
                  <a:ext cx="13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225" name="Rectangle 287">
                  <a:extLst>
                    <a:ext uri="{FF2B5EF4-FFF2-40B4-BE49-F238E27FC236}">
                      <a16:creationId xmlns:a16="http://schemas.microsoft.com/office/drawing/2014/main" id="{B9046FFD-2510-B848-AF7B-590071C194F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795" y="1835"/>
                  <a:ext cx="13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226" name="Rectangle 288">
                  <a:extLst>
                    <a:ext uri="{FF2B5EF4-FFF2-40B4-BE49-F238E27FC236}">
                      <a16:creationId xmlns:a16="http://schemas.microsoft.com/office/drawing/2014/main" id="{76BF66D8-C2F9-E543-BD3C-9DCFE32F05B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845" y="1835"/>
                  <a:ext cx="13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227" name="Rectangle 289">
                  <a:extLst>
                    <a:ext uri="{FF2B5EF4-FFF2-40B4-BE49-F238E27FC236}">
                      <a16:creationId xmlns:a16="http://schemas.microsoft.com/office/drawing/2014/main" id="{8C83F08E-57F0-5440-8675-1DAD2BC1AE3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883" y="1835"/>
                  <a:ext cx="12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228" name="Rectangle 290">
                  <a:extLst>
                    <a:ext uri="{FF2B5EF4-FFF2-40B4-BE49-F238E27FC236}">
                      <a16:creationId xmlns:a16="http://schemas.microsoft.com/office/drawing/2014/main" id="{9A08DB9F-1388-0340-B8D2-B169A274CEE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914" y="1835"/>
                  <a:ext cx="13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229" name="Rectangle 291">
                  <a:extLst>
                    <a:ext uri="{FF2B5EF4-FFF2-40B4-BE49-F238E27FC236}">
                      <a16:creationId xmlns:a16="http://schemas.microsoft.com/office/drawing/2014/main" id="{A83C5BBC-4B0E-144D-B930-FFB5FDCA031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939" y="1835"/>
                  <a:ext cx="13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230" name="Rectangle 292">
                  <a:extLst>
                    <a:ext uri="{FF2B5EF4-FFF2-40B4-BE49-F238E27FC236}">
                      <a16:creationId xmlns:a16="http://schemas.microsoft.com/office/drawing/2014/main" id="{B0CBE894-BF8A-0648-BCCC-F2B76BD6A20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965" y="1835"/>
                  <a:ext cx="12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231" name="Rectangle 293">
                  <a:extLst>
                    <a:ext uri="{FF2B5EF4-FFF2-40B4-BE49-F238E27FC236}">
                      <a16:creationId xmlns:a16="http://schemas.microsoft.com/office/drawing/2014/main" id="{880AA1A2-6455-6A40-8547-A6D02456987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977" y="1835"/>
                  <a:ext cx="13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232" name="Rectangle 294">
                  <a:extLst>
                    <a:ext uri="{FF2B5EF4-FFF2-40B4-BE49-F238E27FC236}">
                      <a16:creationId xmlns:a16="http://schemas.microsoft.com/office/drawing/2014/main" id="{2E610A31-3B79-1342-87D5-F2DFCC116A6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990" y="1835"/>
                  <a:ext cx="12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233" name="Rectangle 295">
                  <a:extLst>
                    <a:ext uri="{FF2B5EF4-FFF2-40B4-BE49-F238E27FC236}">
                      <a16:creationId xmlns:a16="http://schemas.microsoft.com/office/drawing/2014/main" id="{2D1A961C-553A-184D-A31E-FE409F1E6FE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002" y="1835"/>
                  <a:ext cx="13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234" name="Rectangle 296">
                  <a:extLst>
                    <a:ext uri="{FF2B5EF4-FFF2-40B4-BE49-F238E27FC236}">
                      <a16:creationId xmlns:a16="http://schemas.microsoft.com/office/drawing/2014/main" id="{BCF9B516-F463-654D-8A81-5C38B83A867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009" y="1835"/>
                  <a:ext cx="12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235" name="Rectangle 297">
                  <a:extLst>
                    <a:ext uri="{FF2B5EF4-FFF2-40B4-BE49-F238E27FC236}">
                      <a16:creationId xmlns:a16="http://schemas.microsoft.com/office/drawing/2014/main" id="{C9DACEEC-FF79-EE4B-BC56-F4F60C8EADD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015" y="1835"/>
                  <a:ext cx="12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236" name="Rectangle 298">
                  <a:extLst>
                    <a:ext uri="{FF2B5EF4-FFF2-40B4-BE49-F238E27FC236}">
                      <a16:creationId xmlns:a16="http://schemas.microsoft.com/office/drawing/2014/main" id="{86623BBB-A3AC-864C-9313-7F74A2697CE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021" y="1835"/>
                  <a:ext cx="13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237" name="Rectangle 299">
                  <a:extLst>
                    <a:ext uri="{FF2B5EF4-FFF2-40B4-BE49-F238E27FC236}">
                      <a16:creationId xmlns:a16="http://schemas.microsoft.com/office/drawing/2014/main" id="{3653105A-6DE1-6B4E-B65C-856B3158B67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027" y="1835"/>
                  <a:ext cx="13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238" name="Line 300">
                  <a:extLst>
                    <a:ext uri="{FF2B5EF4-FFF2-40B4-BE49-F238E27FC236}">
                      <a16:creationId xmlns:a16="http://schemas.microsoft.com/office/drawing/2014/main" id="{28A2E409-3DA9-2A45-AC3D-6EA50BC6387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027" y="3222"/>
                  <a:ext cx="13" cy="1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239" name="Line 301">
                  <a:extLst>
                    <a:ext uri="{FF2B5EF4-FFF2-40B4-BE49-F238E27FC236}">
                      <a16:creationId xmlns:a16="http://schemas.microsoft.com/office/drawing/2014/main" id="{B88F8E35-9113-6349-B37C-8F3130D4E67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034" y="3216"/>
                  <a:ext cx="1" cy="12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240" name="Rectangle 302">
                  <a:extLst>
                    <a:ext uri="{FF2B5EF4-FFF2-40B4-BE49-F238E27FC236}">
                      <a16:creationId xmlns:a16="http://schemas.microsoft.com/office/drawing/2014/main" id="{48943878-95E0-874D-9AA6-E757124979B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255" y="1835"/>
                  <a:ext cx="13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241" name="Rectangle 303">
                  <a:extLst>
                    <a:ext uri="{FF2B5EF4-FFF2-40B4-BE49-F238E27FC236}">
                      <a16:creationId xmlns:a16="http://schemas.microsoft.com/office/drawing/2014/main" id="{228D12EA-7924-594F-85B8-22955DF4BA6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613" y="1835"/>
                  <a:ext cx="13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242" name="Rectangle 304">
                  <a:extLst>
                    <a:ext uri="{FF2B5EF4-FFF2-40B4-BE49-F238E27FC236}">
                      <a16:creationId xmlns:a16="http://schemas.microsoft.com/office/drawing/2014/main" id="{5AE911B0-7CA2-8042-B1A2-A1A17820790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78" y="1835"/>
                  <a:ext cx="13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243" name="Line 305">
                  <a:extLst>
                    <a:ext uri="{FF2B5EF4-FFF2-40B4-BE49-F238E27FC236}">
                      <a16:creationId xmlns:a16="http://schemas.microsoft.com/office/drawing/2014/main" id="{05960113-E059-5A4D-84B1-CECD9E1EF3A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179" y="3222"/>
                  <a:ext cx="13" cy="1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244" name="Line 306">
                  <a:extLst>
                    <a:ext uri="{FF2B5EF4-FFF2-40B4-BE49-F238E27FC236}">
                      <a16:creationId xmlns:a16="http://schemas.microsoft.com/office/drawing/2014/main" id="{F7FE9732-F2C0-C34C-8DC3-A757EFCC6FA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185" y="3216"/>
                  <a:ext cx="1" cy="12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245" name="Line 307">
                  <a:extLst>
                    <a:ext uri="{FF2B5EF4-FFF2-40B4-BE49-F238E27FC236}">
                      <a16:creationId xmlns:a16="http://schemas.microsoft.com/office/drawing/2014/main" id="{F8122C50-2858-504A-81DF-92B4EFC9951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28" y="3222"/>
                  <a:ext cx="12" cy="1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246" name="Line 308">
                  <a:extLst>
                    <a:ext uri="{FF2B5EF4-FFF2-40B4-BE49-F238E27FC236}">
                      <a16:creationId xmlns:a16="http://schemas.microsoft.com/office/drawing/2014/main" id="{C663CF5F-5166-5644-8794-95C5923A6CE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34" y="3216"/>
                  <a:ext cx="1" cy="12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247" name="Line 309">
                  <a:extLst>
                    <a:ext uri="{FF2B5EF4-FFF2-40B4-BE49-F238E27FC236}">
                      <a16:creationId xmlns:a16="http://schemas.microsoft.com/office/drawing/2014/main" id="{CADBC877-410E-7741-82E5-50CD1260120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720" y="3222"/>
                  <a:ext cx="13" cy="1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248" name="Line 310">
                  <a:extLst>
                    <a:ext uri="{FF2B5EF4-FFF2-40B4-BE49-F238E27FC236}">
                      <a16:creationId xmlns:a16="http://schemas.microsoft.com/office/drawing/2014/main" id="{FA802B8F-6885-A34D-8885-03CC9E8ECF9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727" y="3216"/>
                  <a:ext cx="1" cy="12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249" name="Rectangle 311">
                  <a:extLst>
                    <a:ext uri="{FF2B5EF4-FFF2-40B4-BE49-F238E27FC236}">
                      <a16:creationId xmlns:a16="http://schemas.microsoft.com/office/drawing/2014/main" id="{3A540AD5-428B-434D-928D-6399D1A6F79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563" y="1835"/>
                  <a:ext cx="13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250" name="Rectangle 312">
                  <a:extLst>
                    <a:ext uri="{FF2B5EF4-FFF2-40B4-BE49-F238E27FC236}">
                      <a16:creationId xmlns:a16="http://schemas.microsoft.com/office/drawing/2014/main" id="{85142CFB-7E4A-4640-970A-22EE8910331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859" y="1835"/>
                  <a:ext cx="12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251" name="Rectangle 313">
                  <a:extLst>
                    <a:ext uri="{FF2B5EF4-FFF2-40B4-BE49-F238E27FC236}">
                      <a16:creationId xmlns:a16="http://schemas.microsoft.com/office/drawing/2014/main" id="{51BF1077-939F-6047-92BD-74BD2F6FB61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097" y="1835"/>
                  <a:ext cx="13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252" name="Rectangle 314">
                  <a:extLst>
                    <a:ext uri="{FF2B5EF4-FFF2-40B4-BE49-F238E27FC236}">
                      <a16:creationId xmlns:a16="http://schemas.microsoft.com/office/drawing/2014/main" id="{E61F507C-E9ED-9347-96C9-F324165389F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286" y="1835"/>
                  <a:ext cx="12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253" name="Rectangle 315">
                  <a:extLst>
                    <a:ext uri="{FF2B5EF4-FFF2-40B4-BE49-F238E27FC236}">
                      <a16:creationId xmlns:a16="http://schemas.microsoft.com/office/drawing/2014/main" id="{1AB97E69-FE28-5D44-BCC3-6D52B7674F2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437" y="1835"/>
                  <a:ext cx="12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254" name="Line 316">
                  <a:extLst>
                    <a:ext uri="{FF2B5EF4-FFF2-40B4-BE49-F238E27FC236}">
                      <a16:creationId xmlns:a16="http://schemas.microsoft.com/office/drawing/2014/main" id="{A7837AC3-13F0-1745-99A8-9A90C11F04A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324" y="3222"/>
                  <a:ext cx="12" cy="1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255" name="Line 317">
                  <a:extLst>
                    <a:ext uri="{FF2B5EF4-FFF2-40B4-BE49-F238E27FC236}">
                      <a16:creationId xmlns:a16="http://schemas.microsoft.com/office/drawing/2014/main" id="{A61E4935-4466-C845-BBAF-ADD31AD5822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330" y="3216"/>
                  <a:ext cx="1" cy="12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256" name="Line 318">
                  <a:extLst>
                    <a:ext uri="{FF2B5EF4-FFF2-40B4-BE49-F238E27FC236}">
                      <a16:creationId xmlns:a16="http://schemas.microsoft.com/office/drawing/2014/main" id="{245DDA23-22D0-5142-93CD-984F19FC788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110" y="3222"/>
                  <a:ext cx="13" cy="1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257" name="Line 319">
                  <a:extLst>
                    <a:ext uri="{FF2B5EF4-FFF2-40B4-BE49-F238E27FC236}">
                      <a16:creationId xmlns:a16="http://schemas.microsoft.com/office/drawing/2014/main" id="{08D0A167-11DF-5C4C-8767-227AE23E4F2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116" y="3216"/>
                  <a:ext cx="1" cy="12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258" name="Line 320">
                  <a:extLst>
                    <a:ext uri="{FF2B5EF4-FFF2-40B4-BE49-F238E27FC236}">
                      <a16:creationId xmlns:a16="http://schemas.microsoft.com/office/drawing/2014/main" id="{13558D5C-4D55-A84A-B2FE-7F3D7426394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865" y="3222"/>
                  <a:ext cx="12" cy="1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259" name="Line 321">
                  <a:extLst>
                    <a:ext uri="{FF2B5EF4-FFF2-40B4-BE49-F238E27FC236}">
                      <a16:creationId xmlns:a16="http://schemas.microsoft.com/office/drawing/2014/main" id="{EB8AB8B6-90AD-8649-9275-DDC84372715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871" y="3216"/>
                  <a:ext cx="1" cy="12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260" name="Line 322">
                  <a:extLst>
                    <a:ext uri="{FF2B5EF4-FFF2-40B4-BE49-F238E27FC236}">
                      <a16:creationId xmlns:a16="http://schemas.microsoft.com/office/drawing/2014/main" id="{87EC4F1E-864D-4C47-8120-2CA3092C4BA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041" y="3222"/>
                  <a:ext cx="12" cy="1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261" name="Line 323">
                  <a:extLst>
                    <a:ext uri="{FF2B5EF4-FFF2-40B4-BE49-F238E27FC236}">
                      <a16:creationId xmlns:a16="http://schemas.microsoft.com/office/drawing/2014/main" id="{A3CB86BA-FA0B-C84A-803A-F5F65FB80AE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047" y="3216"/>
                  <a:ext cx="1" cy="12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262" name="Line 324">
                  <a:extLst>
                    <a:ext uri="{FF2B5EF4-FFF2-40B4-BE49-F238E27FC236}">
                      <a16:creationId xmlns:a16="http://schemas.microsoft.com/office/drawing/2014/main" id="{D370D0E2-F10A-984E-A4D0-DE402D9EA27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815" y="3222"/>
                  <a:ext cx="12" cy="1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263" name="Line 325">
                  <a:extLst>
                    <a:ext uri="{FF2B5EF4-FFF2-40B4-BE49-F238E27FC236}">
                      <a16:creationId xmlns:a16="http://schemas.microsoft.com/office/drawing/2014/main" id="{C7206008-9182-4A42-B797-06E34A989FB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821" y="3216"/>
                  <a:ext cx="1" cy="12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264" name="Line 326">
                  <a:extLst>
                    <a:ext uri="{FF2B5EF4-FFF2-40B4-BE49-F238E27FC236}">
                      <a16:creationId xmlns:a16="http://schemas.microsoft.com/office/drawing/2014/main" id="{C747D814-3CB2-8C46-8760-52A0755DA18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632" y="3222"/>
                  <a:ext cx="13" cy="1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265" name="Line 327">
                  <a:extLst>
                    <a:ext uri="{FF2B5EF4-FFF2-40B4-BE49-F238E27FC236}">
                      <a16:creationId xmlns:a16="http://schemas.microsoft.com/office/drawing/2014/main" id="{366F3C03-2E31-EA47-8870-5F5FE432969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639" y="3216"/>
                  <a:ext cx="1" cy="12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266" name="Line 328">
                  <a:extLst>
                    <a:ext uri="{FF2B5EF4-FFF2-40B4-BE49-F238E27FC236}">
                      <a16:creationId xmlns:a16="http://schemas.microsoft.com/office/drawing/2014/main" id="{C0D48CBF-8C3E-2E41-944B-DDBC216CF32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481" y="3222"/>
                  <a:ext cx="13" cy="1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267" name="Line 329">
                  <a:extLst>
                    <a:ext uri="{FF2B5EF4-FFF2-40B4-BE49-F238E27FC236}">
                      <a16:creationId xmlns:a16="http://schemas.microsoft.com/office/drawing/2014/main" id="{E2E316DF-D475-9D46-BA9C-072C5593CEB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488" y="3216"/>
                  <a:ext cx="1" cy="12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268" name="Line 330">
                  <a:extLst>
                    <a:ext uri="{FF2B5EF4-FFF2-40B4-BE49-F238E27FC236}">
                      <a16:creationId xmlns:a16="http://schemas.microsoft.com/office/drawing/2014/main" id="{49D265D6-9C3C-DB45-B45F-D6B550A5C5F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960" y="3222"/>
                  <a:ext cx="12" cy="1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269" name="Line 331">
                  <a:extLst>
                    <a:ext uri="{FF2B5EF4-FFF2-40B4-BE49-F238E27FC236}">
                      <a16:creationId xmlns:a16="http://schemas.microsoft.com/office/drawing/2014/main" id="{A99F46B8-FB64-2F4C-BFA5-C693DB6982B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966" y="3216"/>
                  <a:ext cx="1" cy="12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270" name="Line 332">
                  <a:extLst>
                    <a:ext uri="{FF2B5EF4-FFF2-40B4-BE49-F238E27FC236}">
                      <a16:creationId xmlns:a16="http://schemas.microsoft.com/office/drawing/2014/main" id="{F2F2D2B2-B46D-E647-A22F-10E1472EAD8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947" y="3222"/>
                  <a:ext cx="13" cy="1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271" name="Line 333">
                  <a:extLst>
                    <a:ext uri="{FF2B5EF4-FFF2-40B4-BE49-F238E27FC236}">
                      <a16:creationId xmlns:a16="http://schemas.microsoft.com/office/drawing/2014/main" id="{3B5032FB-3CEA-C948-B1BE-571E9FAA626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954" y="3216"/>
                  <a:ext cx="1" cy="12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272" name="Line 334">
                  <a:extLst>
                    <a:ext uri="{FF2B5EF4-FFF2-40B4-BE49-F238E27FC236}">
                      <a16:creationId xmlns:a16="http://schemas.microsoft.com/office/drawing/2014/main" id="{9A48A97F-402E-BB43-B5AE-8AB1ED0985D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935" y="3222"/>
                  <a:ext cx="12" cy="1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273" name="Line 335">
                  <a:extLst>
                    <a:ext uri="{FF2B5EF4-FFF2-40B4-BE49-F238E27FC236}">
                      <a16:creationId xmlns:a16="http://schemas.microsoft.com/office/drawing/2014/main" id="{C8641192-C243-2C4C-AFA4-16241E59BC1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941" y="3216"/>
                  <a:ext cx="1" cy="12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274" name="Line 336">
                  <a:extLst>
                    <a:ext uri="{FF2B5EF4-FFF2-40B4-BE49-F238E27FC236}">
                      <a16:creationId xmlns:a16="http://schemas.microsoft.com/office/drawing/2014/main" id="{1D374953-3A41-AC46-91EC-610E21867EA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928" y="3222"/>
                  <a:ext cx="13" cy="1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275" name="Line 337">
                  <a:extLst>
                    <a:ext uri="{FF2B5EF4-FFF2-40B4-BE49-F238E27FC236}">
                      <a16:creationId xmlns:a16="http://schemas.microsoft.com/office/drawing/2014/main" id="{22CF1B3B-0A2E-0E4B-8431-FBF40C6664F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935" y="3216"/>
                  <a:ext cx="1" cy="12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276" name="Line 338">
                  <a:extLst>
                    <a:ext uri="{FF2B5EF4-FFF2-40B4-BE49-F238E27FC236}">
                      <a16:creationId xmlns:a16="http://schemas.microsoft.com/office/drawing/2014/main" id="{4BDC01A0-47ED-E04E-9F31-EC64175E0CC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922" y="3222"/>
                  <a:ext cx="13" cy="1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277" name="Line 339">
                  <a:extLst>
                    <a:ext uri="{FF2B5EF4-FFF2-40B4-BE49-F238E27FC236}">
                      <a16:creationId xmlns:a16="http://schemas.microsoft.com/office/drawing/2014/main" id="{E4B658BF-2661-AA4B-9078-20B463862A9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928" y="3216"/>
                  <a:ext cx="1" cy="12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278" name="Line 340">
                  <a:extLst>
                    <a:ext uri="{FF2B5EF4-FFF2-40B4-BE49-F238E27FC236}">
                      <a16:creationId xmlns:a16="http://schemas.microsoft.com/office/drawing/2014/main" id="{28F6E213-A478-3942-9E24-4B29294AA3D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916" y="3222"/>
                  <a:ext cx="12" cy="1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279" name="Line 341">
                  <a:extLst>
                    <a:ext uri="{FF2B5EF4-FFF2-40B4-BE49-F238E27FC236}">
                      <a16:creationId xmlns:a16="http://schemas.microsoft.com/office/drawing/2014/main" id="{2D384156-4518-7843-8104-B3D589B1629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922" y="3216"/>
                  <a:ext cx="1" cy="12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280" name="Line 342">
                  <a:extLst>
                    <a:ext uri="{FF2B5EF4-FFF2-40B4-BE49-F238E27FC236}">
                      <a16:creationId xmlns:a16="http://schemas.microsoft.com/office/drawing/2014/main" id="{E3021FD7-429B-4946-B915-C27195E2367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916" y="3222"/>
                  <a:ext cx="12" cy="1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281" name="Line 343">
                  <a:extLst>
                    <a:ext uri="{FF2B5EF4-FFF2-40B4-BE49-F238E27FC236}">
                      <a16:creationId xmlns:a16="http://schemas.microsoft.com/office/drawing/2014/main" id="{F3B5F06F-C988-0A42-8997-571F8D7BA56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922" y="3216"/>
                  <a:ext cx="1" cy="12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282" name="Line 344">
                  <a:extLst>
                    <a:ext uri="{FF2B5EF4-FFF2-40B4-BE49-F238E27FC236}">
                      <a16:creationId xmlns:a16="http://schemas.microsoft.com/office/drawing/2014/main" id="{CC3683D1-6598-7546-98CC-75A31114A77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910" y="3222"/>
                  <a:ext cx="12" cy="1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283" name="Line 345">
                  <a:extLst>
                    <a:ext uri="{FF2B5EF4-FFF2-40B4-BE49-F238E27FC236}">
                      <a16:creationId xmlns:a16="http://schemas.microsoft.com/office/drawing/2014/main" id="{3A3B09E3-372A-A74F-A59E-1723191293D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916" y="3216"/>
                  <a:ext cx="1" cy="12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284" name="Line 346">
                  <a:extLst>
                    <a:ext uri="{FF2B5EF4-FFF2-40B4-BE49-F238E27FC236}">
                      <a16:creationId xmlns:a16="http://schemas.microsoft.com/office/drawing/2014/main" id="{61026AC1-99E2-FC4E-83C7-7AC438BAC41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910" y="3222"/>
                  <a:ext cx="12" cy="1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285" name="Line 347">
                  <a:extLst>
                    <a:ext uri="{FF2B5EF4-FFF2-40B4-BE49-F238E27FC236}">
                      <a16:creationId xmlns:a16="http://schemas.microsoft.com/office/drawing/2014/main" id="{B56AE09C-446A-AE4B-A479-5DD47368643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916" y="3216"/>
                  <a:ext cx="1" cy="12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286" name="Line 348">
                  <a:extLst>
                    <a:ext uri="{FF2B5EF4-FFF2-40B4-BE49-F238E27FC236}">
                      <a16:creationId xmlns:a16="http://schemas.microsoft.com/office/drawing/2014/main" id="{E0B5C5BF-46D2-B845-AD62-6A817F5AF52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910" y="3222"/>
                  <a:ext cx="12" cy="1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287" name="Line 349">
                  <a:extLst>
                    <a:ext uri="{FF2B5EF4-FFF2-40B4-BE49-F238E27FC236}">
                      <a16:creationId xmlns:a16="http://schemas.microsoft.com/office/drawing/2014/main" id="{FCBEE580-83C1-ED40-9DDC-3B8BBCA2AE6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916" y="3216"/>
                  <a:ext cx="1" cy="12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288" name="Line 350">
                  <a:extLst>
                    <a:ext uri="{FF2B5EF4-FFF2-40B4-BE49-F238E27FC236}">
                      <a16:creationId xmlns:a16="http://schemas.microsoft.com/office/drawing/2014/main" id="{904E364D-409B-1642-97A4-72A7716D745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903" y="3222"/>
                  <a:ext cx="13" cy="1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289" name="Line 351">
                  <a:extLst>
                    <a:ext uri="{FF2B5EF4-FFF2-40B4-BE49-F238E27FC236}">
                      <a16:creationId xmlns:a16="http://schemas.microsoft.com/office/drawing/2014/main" id="{1BF5D1D9-203A-E742-AF0C-E22D959A14B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910" y="3216"/>
                  <a:ext cx="1" cy="12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290" name="Line 352">
                  <a:extLst>
                    <a:ext uri="{FF2B5EF4-FFF2-40B4-BE49-F238E27FC236}">
                      <a16:creationId xmlns:a16="http://schemas.microsoft.com/office/drawing/2014/main" id="{21E44158-35CE-3541-B276-A6AD17757D8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903" y="3222"/>
                  <a:ext cx="13" cy="1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291" name="Line 353">
                  <a:extLst>
                    <a:ext uri="{FF2B5EF4-FFF2-40B4-BE49-F238E27FC236}">
                      <a16:creationId xmlns:a16="http://schemas.microsoft.com/office/drawing/2014/main" id="{49BF3E24-21C0-F548-948F-2BE4B1B9425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910" y="3216"/>
                  <a:ext cx="1" cy="12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292" name="Line 354">
                  <a:extLst>
                    <a:ext uri="{FF2B5EF4-FFF2-40B4-BE49-F238E27FC236}">
                      <a16:creationId xmlns:a16="http://schemas.microsoft.com/office/drawing/2014/main" id="{8673E728-2A1D-F040-875B-72FD9B1E90C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903" y="3222"/>
                  <a:ext cx="13" cy="1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293" name="Line 355">
                  <a:extLst>
                    <a:ext uri="{FF2B5EF4-FFF2-40B4-BE49-F238E27FC236}">
                      <a16:creationId xmlns:a16="http://schemas.microsoft.com/office/drawing/2014/main" id="{A2040335-A5F8-D046-A06F-2C05181B9C4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910" y="3216"/>
                  <a:ext cx="1" cy="12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294" name="Line 356">
                  <a:extLst>
                    <a:ext uri="{FF2B5EF4-FFF2-40B4-BE49-F238E27FC236}">
                      <a16:creationId xmlns:a16="http://schemas.microsoft.com/office/drawing/2014/main" id="{95AE6E6E-733B-7449-B1C2-C59F6689C76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903" y="3222"/>
                  <a:ext cx="13" cy="1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295" name="Line 357">
                  <a:extLst>
                    <a:ext uri="{FF2B5EF4-FFF2-40B4-BE49-F238E27FC236}">
                      <a16:creationId xmlns:a16="http://schemas.microsoft.com/office/drawing/2014/main" id="{2AE1C8C0-8E96-8E41-B4A9-64FE344C324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910" y="3216"/>
                  <a:ext cx="1" cy="12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296" name="Line 358">
                  <a:extLst>
                    <a:ext uri="{FF2B5EF4-FFF2-40B4-BE49-F238E27FC236}">
                      <a16:creationId xmlns:a16="http://schemas.microsoft.com/office/drawing/2014/main" id="{C891AD36-C137-FA4A-B8DF-250EAE55004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903" y="3222"/>
                  <a:ext cx="13" cy="1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297" name="Line 359">
                  <a:extLst>
                    <a:ext uri="{FF2B5EF4-FFF2-40B4-BE49-F238E27FC236}">
                      <a16:creationId xmlns:a16="http://schemas.microsoft.com/office/drawing/2014/main" id="{F9ED05D7-75EF-1241-AADE-209BD0D9DAA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910" y="3216"/>
                  <a:ext cx="1" cy="12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298" name="Line 360">
                  <a:extLst>
                    <a:ext uri="{FF2B5EF4-FFF2-40B4-BE49-F238E27FC236}">
                      <a16:creationId xmlns:a16="http://schemas.microsoft.com/office/drawing/2014/main" id="{DDBBF783-1DAF-B845-B4A4-0193791E3B5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903" y="3222"/>
                  <a:ext cx="13" cy="1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299" name="Line 361">
                  <a:extLst>
                    <a:ext uri="{FF2B5EF4-FFF2-40B4-BE49-F238E27FC236}">
                      <a16:creationId xmlns:a16="http://schemas.microsoft.com/office/drawing/2014/main" id="{3AA14F80-120C-F84E-ACC1-2CF3DD65742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910" y="3216"/>
                  <a:ext cx="1" cy="12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300" name="Line 362">
                  <a:extLst>
                    <a:ext uri="{FF2B5EF4-FFF2-40B4-BE49-F238E27FC236}">
                      <a16:creationId xmlns:a16="http://schemas.microsoft.com/office/drawing/2014/main" id="{01DC7398-F5B9-FF45-9460-F5D08EF0FDA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903" y="3222"/>
                  <a:ext cx="13" cy="1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301" name="Line 363">
                  <a:extLst>
                    <a:ext uri="{FF2B5EF4-FFF2-40B4-BE49-F238E27FC236}">
                      <a16:creationId xmlns:a16="http://schemas.microsoft.com/office/drawing/2014/main" id="{C011F1E7-5A41-0E45-A69B-F199DD60DD7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910" y="3216"/>
                  <a:ext cx="1" cy="12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302" name="Line 364">
                  <a:extLst>
                    <a:ext uri="{FF2B5EF4-FFF2-40B4-BE49-F238E27FC236}">
                      <a16:creationId xmlns:a16="http://schemas.microsoft.com/office/drawing/2014/main" id="{B8C82771-2C4A-6648-B39C-236AEADA79D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903" y="3222"/>
                  <a:ext cx="13" cy="1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303" name="Line 365">
                  <a:extLst>
                    <a:ext uri="{FF2B5EF4-FFF2-40B4-BE49-F238E27FC236}">
                      <a16:creationId xmlns:a16="http://schemas.microsoft.com/office/drawing/2014/main" id="{2CE5B685-2425-AC4A-86E6-6A637C2C1C4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910" y="3216"/>
                  <a:ext cx="1" cy="12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304" name="Line 366">
                  <a:extLst>
                    <a:ext uri="{FF2B5EF4-FFF2-40B4-BE49-F238E27FC236}">
                      <a16:creationId xmlns:a16="http://schemas.microsoft.com/office/drawing/2014/main" id="{08D245B7-6D4D-9E4B-9F69-BEF294B189B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903" y="3222"/>
                  <a:ext cx="13" cy="1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305" name="Line 367">
                  <a:extLst>
                    <a:ext uri="{FF2B5EF4-FFF2-40B4-BE49-F238E27FC236}">
                      <a16:creationId xmlns:a16="http://schemas.microsoft.com/office/drawing/2014/main" id="{504F12F5-F467-0A47-B2A9-48448AE459B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910" y="3216"/>
                  <a:ext cx="1" cy="12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306" name="Line 368">
                  <a:extLst>
                    <a:ext uri="{FF2B5EF4-FFF2-40B4-BE49-F238E27FC236}">
                      <a16:creationId xmlns:a16="http://schemas.microsoft.com/office/drawing/2014/main" id="{B0F5A2B0-3C89-614A-B3BC-69D9BB8C2A7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903" y="3222"/>
                  <a:ext cx="13" cy="1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307" name="Line 369">
                  <a:extLst>
                    <a:ext uri="{FF2B5EF4-FFF2-40B4-BE49-F238E27FC236}">
                      <a16:creationId xmlns:a16="http://schemas.microsoft.com/office/drawing/2014/main" id="{CDBE717B-9F4A-4147-A073-B3E65E89ECA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910" y="3216"/>
                  <a:ext cx="1" cy="12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308" name="Line 370">
                  <a:extLst>
                    <a:ext uri="{FF2B5EF4-FFF2-40B4-BE49-F238E27FC236}">
                      <a16:creationId xmlns:a16="http://schemas.microsoft.com/office/drawing/2014/main" id="{167CB5E1-DCF1-484E-9D40-C114CB68ADE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903" y="3222"/>
                  <a:ext cx="13" cy="1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309" name="Line 371">
                  <a:extLst>
                    <a:ext uri="{FF2B5EF4-FFF2-40B4-BE49-F238E27FC236}">
                      <a16:creationId xmlns:a16="http://schemas.microsoft.com/office/drawing/2014/main" id="{DA9A096C-EFA6-A34B-9760-8C4C1C87B9B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910" y="3216"/>
                  <a:ext cx="1" cy="12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310" name="Line 372">
                  <a:extLst>
                    <a:ext uri="{FF2B5EF4-FFF2-40B4-BE49-F238E27FC236}">
                      <a16:creationId xmlns:a16="http://schemas.microsoft.com/office/drawing/2014/main" id="{A33B4B68-5ED7-9A42-B94F-6FF694D4751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903" y="3222"/>
                  <a:ext cx="13" cy="1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311" name="Line 373">
                  <a:extLst>
                    <a:ext uri="{FF2B5EF4-FFF2-40B4-BE49-F238E27FC236}">
                      <a16:creationId xmlns:a16="http://schemas.microsoft.com/office/drawing/2014/main" id="{65DCD89E-2661-3E46-B29F-D2365AA37D7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910" y="3216"/>
                  <a:ext cx="1" cy="12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312" name="Line 374">
                  <a:extLst>
                    <a:ext uri="{FF2B5EF4-FFF2-40B4-BE49-F238E27FC236}">
                      <a16:creationId xmlns:a16="http://schemas.microsoft.com/office/drawing/2014/main" id="{9567B9FD-EC7E-7446-8C0B-6C7DAAB6377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897" y="3222"/>
                  <a:ext cx="13" cy="1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313" name="Line 375">
                  <a:extLst>
                    <a:ext uri="{FF2B5EF4-FFF2-40B4-BE49-F238E27FC236}">
                      <a16:creationId xmlns:a16="http://schemas.microsoft.com/office/drawing/2014/main" id="{1EFE6EB4-F69C-6D43-B419-74413D16A31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903" y="3216"/>
                  <a:ext cx="1" cy="12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314" name="Rectangle 376">
                  <a:extLst>
                    <a:ext uri="{FF2B5EF4-FFF2-40B4-BE49-F238E27FC236}">
                      <a16:creationId xmlns:a16="http://schemas.microsoft.com/office/drawing/2014/main" id="{616CCC62-BE70-C049-A976-92BE3B82135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34" y="1835"/>
                  <a:ext cx="13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315" name="Line 377">
                  <a:extLst>
                    <a:ext uri="{FF2B5EF4-FFF2-40B4-BE49-F238E27FC236}">
                      <a16:creationId xmlns:a16="http://schemas.microsoft.com/office/drawing/2014/main" id="{13714C9A-EC55-3A4E-9F66-4889748E336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148" y="3222"/>
                  <a:ext cx="12" cy="1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316" name="Line 378">
                  <a:extLst>
                    <a:ext uri="{FF2B5EF4-FFF2-40B4-BE49-F238E27FC236}">
                      <a16:creationId xmlns:a16="http://schemas.microsoft.com/office/drawing/2014/main" id="{2B986780-78A0-7546-8315-E781A2F2097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154" y="3216"/>
                  <a:ext cx="1" cy="12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317" name="Line 379">
                  <a:extLst>
                    <a:ext uri="{FF2B5EF4-FFF2-40B4-BE49-F238E27FC236}">
                      <a16:creationId xmlns:a16="http://schemas.microsoft.com/office/drawing/2014/main" id="{A167B31D-B376-E74D-9804-0E193CA7C39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896" y="3222"/>
                  <a:ext cx="13" cy="1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318" name="Line 380">
                  <a:extLst>
                    <a:ext uri="{FF2B5EF4-FFF2-40B4-BE49-F238E27FC236}">
                      <a16:creationId xmlns:a16="http://schemas.microsoft.com/office/drawing/2014/main" id="{209EDBAB-0B66-2A4E-967C-EF6BEFCC413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03" y="3216"/>
                  <a:ext cx="1" cy="12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319" name="Line 381">
                  <a:extLst>
                    <a:ext uri="{FF2B5EF4-FFF2-40B4-BE49-F238E27FC236}">
                      <a16:creationId xmlns:a16="http://schemas.microsoft.com/office/drawing/2014/main" id="{C841C931-5AA6-D045-BCA3-BBA76CA1296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695" y="3222"/>
                  <a:ext cx="13" cy="1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320" name="Line 382">
                  <a:extLst>
                    <a:ext uri="{FF2B5EF4-FFF2-40B4-BE49-F238E27FC236}">
                      <a16:creationId xmlns:a16="http://schemas.microsoft.com/office/drawing/2014/main" id="{242278CD-427C-EE49-A501-D4B07C51088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701" y="3216"/>
                  <a:ext cx="1" cy="12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321" name="Rectangle 383">
                  <a:extLst>
                    <a:ext uri="{FF2B5EF4-FFF2-40B4-BE49-F238E27FC236}">
                      <a16:creationId xmlns:a16="http://schemas.microsoft.com/office/drawing/2014/main" id="{CA5060D8-651A-9B4C-98C0-8E1D36593DF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544" y="1835"/>
                  <a:ext cx="13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322" name="Line 384">
                  <a:extLst>
                    <a:ext uri="{FF2B5EF4-FFF2-40B4-BE49-F238E27FC236}">
                      <a16:creationId xmlns:a16="http://schemas.microsoft.com/office/drawing/2014/main" id="{BD17814C-0C96-BC4F-8CF3-2A9D1BFCF65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840" y="3222"/>
                  <a:ext cx="12" cy="1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323" name="Line 385">
                  <a:extLst>
                    <a:ext uri="{FF2B5EF4-FFF2-40B4-BE49-F238E27FC236}">
                      <a16:creationId xmlns:a16="http://schemas.microsoft.com/office/drawing/2014/main" id="{7D024158-1536-5845-91BA-FA73E7C0F23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846" y="3216"/>
                  <a:ext cx="1" cy="12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324" name="Line 386">
                  <a:extLst>
                    <a:ext uri="{FF2B5EF4-FFF2-40B4-BE49-F238E27FC236}">
                      <a16:creationId xmlns:a16="http://schemas.microsoft.com/office/drawing/2014/main" id="{4363FFC1-FC76-954D-8B3F-65E7E3C19E7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651" y="3222"/>
                  <a:ext cx="13" cy="1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325" name="Line 387">
                  <a:extLst>
                    <a:ext uri="{FF2B5EF4-FFF2-40B4-BE49-F238E27FC236}">
                      <a16:creationId xmlns:a16="http://schemas.microsoft.com/office/drawing/2014/main" id="{DD930218-3620-6D4E-BF96-C2E819D30CC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657" y="3216"/>
                  <a:ext cx="1" cy="12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326" name="Rectangle 388">
                  <a:extLst>
                    <a:ext uri="{FF2B5EF4-FFF2-40B4-BE49-F238E27FC236}">
                      <a16:creationId xmlns:a16="http://schemas.microsoft.com/office/drawing/2014/main" id="{FEF5F452-CF3B-A646-A61E-D5AFA5D1318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507" y="1835"/>
                  <a:ext cx="12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327" name="Line 389">
                  <a:extLst>
                    <a:ext uri="{FF2B5EF4-FFF2-40B4-BE49-F238E27FC236}">
                      <a16:creationId xmlns:a16="http://schemas.microsoft.com/office/drawing/2014/main" id="{07EBB542-8609-9D4F-8419-BE53B583570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808" y="3222"/>
                  <a:ext cx="13" cy="1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328" name="Line 390">
                  <a:extLst>
                    <a:ext uri="{FF2B5EF4-FFF2-40B4-BE49-F238E27FC236}">
                      <a16:creationId xmlns:a16="http://schemas.microsoft.com/office/drawing/2014/main" id="{0F61F5F7-65E9-9D44-B329-86B5C21871E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815" y="3216"/>
                  <a:ext cx="1" cy="12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329" name="Line 391">
                  <a:extLst>
                    <a:ext uri="{FF2B5EF4-FFF2-40B4-BE49-F238E27FC236}">
                      <a16:creationId xmlns:a16="http://schemas.microsoft.com/office/drawing/2014/main" id="{D07D6E2D-8850-2E40-8EB4-74235F6E6B1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626" y="3222"/>
                  <a:ext cx="13" cy="1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330" name="Line 392">
                  <a:extLst>
                    <a:ext uri="{FF2B5EF4-FFF2-40B4-BE49-F238E27FC236}">
                      <a16:creationId xmlns:a16="http://schemas.microsoft.com/office/drawing/2014/main" id="{F364C32E-DB28-584C-8465-F1BC27ABD4D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632" y="3216"/>
                  <a:ext cx="1" cy="12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331" name="Line 393">
                  <a:extLst>
                    <a:ext uri="{FF2B5EF4-FFF2-40B4-BE49-F238E27FC236}">
                      <a16:creationId xmlns:a16="http://schemas.microsoft.com/office/drawing/2014/main" id="{6E45F441-A7E5-7845-97ED-3B2BA47F100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481" y="3222"/>
                  <a:ext cx="13" cy="1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332" name="Line 394">
                  <a:extLst>
                    <a:ext uri="{FF2B5EF4-FFF2-40B4-BE49-F238E27FC236}">
                      <a16:creationId xmlns:a16="http://schemas.microsoft.com/office/drawing/2014/main" id="{7B4AFBD4-6BFE-E94E-99E8-9487751A4B0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488" y="3216"/>
                  <a:ext cx="1" cy="12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333" name="Line 395">
                  <a:extLst>
                    <a:ext uri="{FF2B5EF4-FFF2-40B4-BE49-F238E27FC236}">
                      <a16:creationId xmlns:a16="http://schemas.microsoft.com/office/drawing/2014/main" id="{2408AA8E-3E37-1642-B07F-50744ED28FC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362" y="3222"/>
                  <a:ext cx="13" cy="1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334" name="Line 396">
                  <a:extLst>
                    <a:ext uri="{FF2B5EF4-FFF2-40B4-BE49-F238E27FC236}">
                      <a16:creationId xmlns:a16="http://schemas.microsoft.com/office/drawing/2014/main" id="{877D4708-09D9-6347-A967-5B8F8D706A6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368" y="3216"/>
                  <a:ext cx="1" cy="12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335" name="Rectangle 397">
                  <a:extLst>
                    <a:ext uri="{FF2B5EF4-FFF2-40B4-BE49-F238E27FC236}">
                      <a16:creationId xmlns:a16="http://schemas.microsoft.com/office/drawing/2014/main" id="{C844AB95-8AF3-7448-AA2B-0344715DDE5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280" y="1835"/>
                  <a:ext cx="13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336" name="Rectangle 398">
                  <a:extLst>
                    <a:ext uri="{FF2B5EF4-FFF2-40B4-BE49-F238E27FC236}">
                      <a16:creationId xmlns:a16="http://schemas.microsoft.com/office/drawing/2014/main" id="{518E6627-058E-C340-9FE3-EAC9E84C829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632" y="1835"/>
                  <a:ext cx="13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337" name="Rectangle 399">
                  <a:extLst>
                    <a:ext uri="{FF2B5EF4-FFF2-40B4-BE49-F238E27FC236}">
                      <a16:creationId xmlns:a16="http://schemas.microsoft.com/office/drawing/2014/main" id="{1127DF59-1E99-2B4A-AE91-2EDB2B3148F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15" y="1835"/>
                  <a:ext cx="13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338" name="Rectangle 400">
                  <a:extLst>
                    <a:ext uri="{FF2B5EF4-FFF2-40B4-BE49-F238E27FC236}">
                      <a16:creationId xmlns:a16="http://schemas.microsoft.com/office/drawing/2014/main" id="{7E310EC8-BBA8-7041-ADCA-BC80EFA966D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141" y="1835"/>
                  <a:ext cx="13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339" name="Rectangle 401">
                  <a:extLst>
                    <a:ext uri="{FF2B5EF4-FFF2-40B4-BE49-F238E27FC236}">
                      <a16:creationId xmlns:a16="http://schemas.microsoft.com/office/drawing/2014/main" id="{7D6A826D-66A4-E348-B033-782F6D1FE8D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317" y="1835"/>
                  <a:ext cx="13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340" name="Rectangle 402">
                  <a:extLst>
                    <a:ext uri="{FF2B5EF4-FFF2-40B4-BE49-F238E27FC236}">
                      <a16:creationId xmlns:a16="http://schemas.microsoft.com/office/drawing/2014/main" id="{B0312D49-6F12-B44A-B418-34091351698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462" y="1835"/>
                  <a:ext cx="12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341" name="Rectangle 403">
                  <a:extLst>
                    <a:ext uri="{FF2B5EF4-FFF2-40B4-BE49-F238E27FC236}">
                      <a16:creationId xmlns:a16="http://schemas.microsoft.com/office/drawing/2014/main" id="{DF7BAC66-B0C7-AE4E-9D41-137DA2EAF51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581" y="1835"/>
                  <a:ext cx="13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342" name="Rectangle 404">
                  <a:extLst>
                    <a:ext uri="{FF2B5EF4-FFF2-40B4-BE49-F238E27FC236}">
                      <a16:creationId xmlns:a16="http://schemas.microsoft.com/office/drawing/2014/main" id="{012EE977-8B4F-5F4C-9225-0DA22670703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676" y="1835"/>
                  <a:ext cx="12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343" name="Line 405">
                  <a:extLst>
                    <a:ext uri="{FF2B5EF4-FFF2-40B4-BE49-F238E27FC236}">
                      <a16:creationId xmlns:a16="http://schemas.microsoft.com/office/drawing/2014/main" id="{048EF660-1873-5E4C-818C-F0D460730F8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600" y="3222"/>
                  <a:ext cx="13" cy="1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344" name="Line 406">
                  <a:extLst>
                    <a:ext uri="{FF2B5EF4-FFF2-40B4-BE49-F238E27FC236}">
                      <a16:creationId xmlns:a16="http://schemas.microsoft.com/office/drawing/2014/main" id="{355174BB-569D-234A-8CB4-5EC88187FE9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606" y="3216"/>
                  <a:ext cx="1" cy="12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10" name="Group 407">
                <a:extLst>
                  <a:ext uri="{FF2B5EF4-FFF2-40B4-BE49-F238E27FC236}">
                    <a16:creationId xmlns:a16="http://schemas.microsoft.com/office/drawing/2014/main" id="{8328F496-BC86-D04A-9D52-BA1DADABE1D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966" y="1835"/>
                <a:ext cx="2049" cy="1393"/>
                <a:chOff x="1966" y="1835"/>
                <a:chExt cx="2049" cy="1393"/>
              </a:xfrm>
            </p:grpSpPr>
            <p:sp>
              <p:nvSpPr>
                <p:cNvPr id="945" name="Rectangle 408">
                  <a:extLst>
                    <a:ext uri="{FF2B5EF4-FFF2-40B4-BE49-F238E27FC236}">
                      <a16:creationId xmlns:a16="http://schemas.microsoft.com/office/drawing/2014/main" id="{E2AFB418-24B8-004B-9205-713D60C2FA9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267" y="1835"/>
                  <a:ext cx="13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46" name="Rectangle 409">
                  <a:extLst>
                    <a:ext uri="{FF2B5EF4-FFF2-40B4-BE49-F238E27FC236}">
                      <a16:creationId xmlns:a16="http://schemas.microsoft.com/office/drawing/2014/main" id="{1324643E-B7D0-454F-A5BB-2C117C91577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418" y="1835"/>
                  <a:ext cx="12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47" name="Rectangle 410">
                  <a:extLst>
                    <a:ext uri="{FF2B5EF4-FFF2-40B4-BE49-F238E27FC236}">
                      <a16:creationId xmlns:a16="http://schemas.microsoft.com/office/drawing/2014/main" id="{6B4F337E-9476-3143-8B25-7A4D050BDA2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78" y="1835"/>
                  <a:ext cx="13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48" name="Rectangle 411">
                  <a:extLst>
                    <a:ext uri="{FF2B5EF4-FFF2-40B4-BE49-F238E27FC236}">
                      <a16:creationId xmlns:a16="http://schemas.microsoft.com/office/drawing/2014/main" id="{E36F3BA0-D428-AA44-BF5F-E08070BF905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185" y="1835"/>
                  <a:ext cx="13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49" name="Rectangle 412">
                  <a:extLst>
                    <a:ext uri="{FF2B5EF4-FFF2-40B4-BE49-F238E27FC236}">
                      <a16:creationId xmlns:a16="http://schemas.microsoft.com/office/drawing/2014/main" id="{A592922F-D996-5E4B-9CF2-2DE73EF588F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361" y="1835"/>
                  <a:ext cx="13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50" name="Line 413">
                  <a:extLst>
                    <a:ext uri="{FF2B5EF4-FFF2-40B4-BE49-F238E27FC236}">
                      <a16:creationId xmlns:a16="http://schemas.microsoft.com/office/drawing/2014/main" id="{FED60FF1-3A0E-C745-8FD6-0CBCB83C9CA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72" y="3222"/>
                  <a:ext cx="12" cy="1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51" name="Line 414">
                  <a:extLst>
                    <a:ext uri="{FF2B5EF4-FFF2-40B4-BE49-F238E27FC236}">
                      <a16:creationId xmlns:a16="http://schemas.microsoft.com/office/drawing/2014/main" id="{1E45628A-6877-614F-A6FC-012BE2F9406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78" y="3216"/>
                  <a:ext cx="1" cy="12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52" name="Rectangle 415">
                  <a:extLst>
                    <a:ext uri="{FF2B5EF4-FFF2-40B4-BE49-F238E27FC236}">
                      <a16:creationId xmlns:a16="http://schemas.microsoft.com/office/drawing/2014/main" id="{06F50835-47C4-F546-9E6A-FDC038968DA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758" y="1835"/>
                  <a:ext cx="13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53" name="Line 416">
                  <a:extLst>
                    <a:ext uri="{FF2B5EF4-FFF2-40B4-BE49-F238E27FC236}">
                      <a16:creationId xmlns:a16="http://schemas.microsoft.com/office/drawing/2014/main" id="{1DBC4EC2-58C1-774A-90AB-8A29BBD7D93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752" y="3222"/>
                  <a:ext cx="12" cy="1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54" name="Line 417">
                  <a:extLst>
                    <a:ext uri="{FF2B5EF4-FFF2-40B4-BE49-F238E27FC236}">
                      <a16:creationId xmlns:a16="http://schemas.microsoft.com/office/drawing/2014/main" id="{32109454-CC38-D24C-9BF4-D4FAA87D681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758" y="3216"/>
                  <a:ext cx="1" cy="12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55" name="Rectangle 418">
                  <a:extLst>
                    <a:ext uri="{FF2B5EF4-FFF2-40B4-BE49-F238E27FC236}">
                      <a16:creationId xmlns:a16="http://schemas.microsoft.com/office/drawing/2014/main" id="{3438E698-2C03-6F46-851D-70AD7E5F866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588" y="1835"/>
                  <a:ext cx="13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56" name="Rectangle 419">
                  <a:extLst>
                    <a:ext uri="{FF2B5EF4-FFF2-40B4-BE49-F238E27FC236}">
                      <a16:creationId xmlns:a16="http://schemas.microsoft.com/office/drawing/2014/main" id="{FBF65D82-748E-E54A-B9CA-20E081AEBDB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884" y="1835"/>
                  <a:ext cx="12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57" name="Rectangle 420">
                  <a:extLst>
                    <a:ext uri="{FF2B5EF4-FFF2-40B4-BE49-F238E27FC236}">
                      <a16:creationId xmlns:a16="http://schemas.microsoft.com/office/drawing/2014/main" id="{1EC05B35-66F3-C344-9AE3-652F5F7BF20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116" y="1835"/>
                  <a:ext cx="13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58" name="Line 421">
                  <a:extLst>
                    <a:ext uri="{FF2B5EF4-FFF2-40B4-BE49-F238E27FC236}">
                      <a16:creationId xmlns:a16="http://schemas.microsoft.com/office/drawing/2014/main" id="{835550D4-EEF9-9347-921F-1C5250CF79D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292" y="3222"/>
                  <a:ext cx="13" cy="1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59" name="Line 422">
                  <a:extLst>
                    <a:ext uri="{FF2B5EF4-FFF2-40B4-BE49-F238E27FC236}">
                      <a16:creationId xmlns:a16="http://schemas.microsoft.com/office/drawing/2014/main" id="{8BB14D7E-6A62-BE4E-BD50-34241C05F78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298" y="3216"/>
                  <a:ext cx="1" cy="12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60" name="Rectangle 423">
                  <a:extLst>
                    <a:ext uri="{FF2B5EF4-FFF2-40B4-BE49-F238E27FC236}">
                      <a16:creationId xmlns:a16="http://schemas.microsoft.com/office/drawing/2014/main" id="{41FE989C-E775-A34B-979D-2C0240D3819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758" y="1835"/>
                  <a:ext cx="13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61" name="Line 424">
                  <a:extLst>
                    <a:ext uri="{FF2B5EF4-FFF2-40B4-BE49-F238E27FC236}">
                      <a16:creationId xmlns:a16="http://schemas.microsoft.com/office/drawing/2014/main" id="{E7645B1C-F62B-AC40-9BF6-B3C408DE7DD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72" y="3222"/>
                  <a:ext cx="12" cy="1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62" name="Line 425">
                  <a:extLst>
                    <a:ext uri="{FF2B5EF4-FFF2-40B4-BE49-F238E27FC236}">
                      <a16:creationId xmlns:a16="http://schemas.microsoft.com/office/drawing/2014/main" id="{BA6BB909-AA87-8C4F-94B4-01A4CC8173E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78" y="3216"/>
                  <a:ext cx="1" cy="12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63" name="Line 426">
                  <a:extLst>
                    <a:ext uri="{FF2B5EF4-FFF2-40B4-BE49-F238E27FC236}">
                      <a16:creationId xmlns:a16="http://schemas.microsoft.com/office/drawing/2014/main" id="{2A34679A-DABE-574D-BE85-E674ABEAC87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752" y="3222"/>
                  <a:ext cx="12" cy="1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64" name="Line 427">
                  <a:extLst>
                    <a:ext uri="{FF2B5EF4-FFF2-40B4-BE49-F238E27FC236}">
                      <a16:creationId xmlns:a16="http://schemas.microsoft.com/office/drawing/2014/main" id="{489AA6AF-E9DB-3B49-9C1E-EFD65461C62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758" y="3216"/>
                  <a:ext cx="1" cy="12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65" name="Line 428">
                  <a:extLst>
                    <a:ext uri="{FF2B5EF4-FFF2-40B4-BE49-F238E27FC236}">
                      <a16:creationId xmlns:a16="http://schemas.microsoft.com/office/drawing/2014/main" id="{3C5FA724-97DF-7A4B-A38C-575C2606151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218" y="3222"/>
                  <a:ext cx="12" cy="1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66" name="Line 429">
                  <a:extLst>
                    <a:ext uri="{FF2B5EF4-FFF2-40B4-BE49-F238E27FC236}">
                      <a16:creationId xmlns:a16="http://schemas.microsoft.com/office/drawing/2014/main" id="{DF25E702-04B9-5644-AE07-C327D1F58B1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224" y="3216"/>
                  <a:ext cx="1" cy="12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67" name="Line 430">
                  <a:extLst>
                    <a:ext uri="{FF2B5EF4-FFF2-40B4-BE49-F238E27FC236}">
                      <a16:creationId xmlns:a16="http://schemas.microsoft.com/office/drawing/2014/main" id="{80A7C6EF-8599-2940-8F64-3E4D0FED205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155" y="3222"/>
                  <a:ext cx="12" cy="1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68" name="Line 431">
                  <a:extLst>
                    <a:ext uri="{FF2B5EF4-FFF2-40B4-BE49-F238E27FC236}">
                      <a16:creationId xmlns:a16="http://schemas.microsoft.com/office/drawing/2014/main" id="{634222BD-BED9-1446-88E3-95152E0A8DB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161" y="3216"/>
                  <a:ext cx="1" cy="12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69" name="Line 432">
                  <a:extLst>
                    <a:ext uri="{FF2B5EF4-FFF2-40B4-BE49-F238E27FC236}">
                      <a16:creationId xmlns:a16="http://schemas.microsoft.com/office/drawing/2014/main" id="{739A52D8-FF06-1B43-9616-1780959FD49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104" y="3222"/>
                  <a:ext cx="13" cy="1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70" name="Line 433">
                  <a:extLst>
                    <a:ext uri="{FF2B5EF4-FFF2-40B4-BE49-F238E27FC236}">
                      <a16:creationId xmlns:a16="http://schemas.microsoft.com/office/drawing/2014/main" id="{34B8C5CA-E292-4A43-B82B-7AEBF4B94A0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111" y="3216"/>
                  <a:ext cx="1" cy="12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71" name="Line 434">
                  <a:extLst>
                    <a:ext uri="{FF2B5EF4-FFF2-40B4-BE49-F238E27FC236}">
                      <a16:creationId xmlns:a16="http://schemas.microsoft.com/office/drawing/2014/main" id="{2F58FD5B-AC45-6042-AB73-0B5904986C1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067" y="3222"/>
                  <a:ext cx="12" cy="1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72" name="Line 435">
                  <a:extLst>
                    <a:ext uri="{FF2B5EF4-FFF2-40B4-BE49-F238E27FC236}">
                      <a16:creationId xmlns:a16="http://schemas.microsoft.com/office/drawing/2014/main" id="{C33522A1-C88D-184D-8570-68A012BE250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073" y="3216"/>
                  <a:ext cx="1" cy="12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73" name="Line 436">
                  <a:extLst>
                    <a:ext uri="{FF2B5EF4-FFF2-40B4-BE49-F238E27FC236}">
                      <a16:creationId xmlns:a16="http://schemas.microsoft.com/office/drawing/2014/main" id="{418F1AAC-97B4-9843-B70A-EB643F2FD4C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029" y="3222"/>
                  <a:ext cx="13" cy="1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74" name="Line 437">
                  <a:extLst>
                    <a:ext uri="{FF2B5EF4-FFF2-40B4-BE49-F238E27FC236}">
                      <a16:creationId xmlns:a16="http://schemas.microsoft.com/office/drawing/2014/main" id="{4DBFC467-824F-9B4E-A4F6-CE4FA4F3389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035" y="3216"/>
                  <a:ext cx="1" cy="12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75" name="Line 438">
                  <a:extLst>
                    <a:ext uri="{FF2B5EF4-FFF2-40B4-BE49-F238E27FC236}">
                      <a16:creationId xmlns:a16="http://schemas.microsoft.com/office/drawing/2014/main" id="{CA4E3F3B-6C41-0B42-81C1-49732FCAA1E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004" y="3222"/>
                  <a:ext cx="12" cy="1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76" name="Line 439">
                  <a:extLst>
                    <a:ext uri="{FF2B5EF4-FFF2-40B4-BE49-F238E27FC236}">
                      <a16:creationId xmlns:a16="http://schemas.microsoft.com/office/drawing/2014/main" id="{91D57CE0-196A-C149-8DDD-8A35ED96C5C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010" y="3216"/>
                  <a:ext cx="1" cy="12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77" name="Line 440">
                  <a:extLst>
                    <a:ext uri="{FF2B5EF4-FFF2-40B4-BE49-F238E27FC236}">
                      <a16:creationId xmlns:a16="http://schemas.microsoft.com/office/drawing/2014/main" id="{9F41E8F3-8D58-3446-AEC0-100449302AF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985" y="3222"/>
                  <a:ext cx="13" cy="1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78" name="Line 441">
                  <a:extLst>
                    <a:ext uri="{FF2B5EF4-FFF2-40B4-BE49-F238E27FC236}">
                      <a16:creationId xmlns:a16="http://schemas.microsoft.com/office/drawing/2014/main" id="{9D685B27-6682-6749-9BBE-1F9DBE755A4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991" y="3216"/>
                  <a:ext cx="1" cy="12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79" name="Rectangle 442">
                  <a:extLst>
                    <a:ext uri="{FF2B5EF4-FFF2-40B4-BE49-F238E27FC236}">
                      <a16:creationId xmlns:a16="http://schemas.microsoft.com/office/drawing/2014/main" id="{1E4B8F3E-4D41-794B-AF2F-49086BAB6A9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493" y="1835"/>
                  <a:ext cx="13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80" name="Rectangle 443">
                  <a:extLst>
                    <a:ext uri="{FF2B5EF4-FFF2-40B4-BE49-F238E27FC236}">
                      <a16:creationId xmlns:a16="http://schemas.microsoft.com/office/drawing/2014/main" id="{1A531597-EB97-5D4C-B29D-8F734648C1F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606" y="1835"/>
                  <a:ext cx="13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81" name="Rectangle 444">
                  <a:extLst>
                    <a:ext uri="{FF2B5EF4-FFF2-40B4-BE49-F238E27FC236}">
                      <a16:creationId xmlns:a16="http://schemas.microsoft.com/office/drawing/2014/main" id="{FA89B7BD-6170-5F41-9C38-193D8590536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694" y="1835"/>
                  <a:ext cx="13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82" name="Rectangle 445">
                  <a:extLst>
                    <a:ext uri="{FF2B5EF4-FFF2-40B4-BE49-F238E27FC236}">
                      <a16:creationId xmlns:a16="http://schemas.microsoft.com/office/drawing/2014/main" id="{C9696048-6FC2-1649-B4A3-4A28E484187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764" y="1835"/>
                  <a:ext cx="12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83" name="Rectangle 446">
                  <a:extLst>
                    <a:ext uri="{FF2B5EF4-FFF2-40B4-BE49-F238E27FC236}">
                      <a16:creationId xmlns:a16="http://schemas.microsoft.com/office/drawing/2014/main" id="{9FE7BF31-12BB-CA4C-B2B2-AF8EFDE8325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820" y="1835"/>
                  <a:ext cx="13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84" name="Rectangle 447">
                  <a:extLst>
                    <a:ext uri="{FF2B5EF4-FFF2-40B4-BE49-F238E27FC236}">
                      <a16:creationId xmlns:a16="http://schemas.microsoft.com/office/drawing/2014/main" id="{577848FB-F5D6-3C49-8CB5-1E9E20FD132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864" y="1835"/>
                  <a:ext cx="13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85" name="Rectangle 448">
                  <a:extLst>
                    <a:ext uri="{FF2B5EF4-FFF2-40B4-BE49-F238E27FC236}">
                      <a16:creationId xmlns:a16="http://schemas.microsoft.com/office/drawing/2014/main" id="{DD25C6FB-290E-4B43-AC49-37ED56BF29B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902" y="1835"/>
                  <a:ext cx="12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86" name="Rectangle 449">
                  <a:extLst>
                    <a:ext uri="{FF2B5EF4-FFF2-40B4-BE49-F238E27FC236}">
                      <a16:creationId xmlns:a16="http://schemas.microsoft.com/office/drawing/2014/main" id="{C78917BA-9A08-8D41-A6AE-20B8E0AC163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927" y="1835"/>
                  <a:ext cx="12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87" name="Rectangle 450">
                  <a:extLst>
                    <a:ext uri="{FF2B5EF4-FFF2-40B4-BE49-F238E27FC236}">
                      <a16:creationId xmlns:a16="http://schemas.microsoft.com/office/drawing/2014/main" id="{BCADDF5B-AB6C-6346-BAAE-C19E173B766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952" y="1835"/>
                  <a:ext cx="13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88" name="Rectangle 451">
                  <a:extLst>
                    <a:ext uri="{FF2B5EF4-FFF2-40B4-BE49-F238E27FC236}">
                      <a16:creationId xmlns:a16="http://schemas.microsoft.com/office/drawing/2014/main" id="{98C03FC0-F5C1-8A4B-B0D1-662083E82C9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971" y="1835"/>
                  <a:ext cx="12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89" name="Rectangle 452">
                  <a:extLst>
                    <a:ext uri="{FF2B5EF4-FFF2-40B4-BE49-F238E27FC236}">
                      <a16:creationId xmlns:a16="http://schemas.microsoft.com/office/drawing/2014/main" id="{9986F550-C127-934D-8A50-E64286CB9EB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983" y="1835"/>
                  <a:ext cx="13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90" name="Rectangle 453">
                  <a:extLst>
                    <a:ext uri="{FF2B5EF4-FFF2-40B4-BE49-F238E27FC236}">
                      <a16:creationId xmlns:a16="http://schemas.microsoft.com/office/drawing/2014/main" id="{1AC68BA7-0EAF-9D4F-8A49-1E1D731D6E6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996" y="1835"/>
                  <a:ext cx="13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91" name="Rectangle 454">
                  <a:extLst>
                    <a:ext uri="{FF2B5EF4-FFF2-40B4-BE49-F238E27FC236}">
                      <a16:creationId xmlns:a16="http://schemas.microsoft.com/office/drawing/2014/main" id="{8043C4A2-007F-BD4C-B11E-94B3F6BE95D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002" y="1835"/>
                  <a:ext cx="13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92" name="Rectangle 455">
                  <a:extLst>
                    <a:ext uri="{FF2B5EF4-FFF2-40B4-BE49-F238E27FC236}">
                      <a16:creationId xmlns:a16="http://schemas.microsoft.com/office/drawing/2014/main" id="{504A0B3D-FB29-AA47-89AB-709599D54D1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016" y="1835"/>
                  <a:ext cx="12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93" name="Line 456">
                  <a:extLst>
                    <a:ext uri="{FF2B5EF4-FFF2-40B4-BE49-F238E27FC236}">
                      <a16:creationId xmlns:a16="http://schemas.microsoft.com/office/drawing/2014/main" id="{9F0F579B-44E0-1B47-9507-F90DB3CCACE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217" y="3222"/>
                  <a:ext cx="12" cy="1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94" name="Line 457">
                  <a:extLst>
                    <a:ext uri="{FF2B5EF4-FFF2-40B4-BE49-F238E27FC236}">
                      <a16:creationId xmlns:a16="http://schemas.microsoft.com/office/drawing/2014/main" id="{80D4BEA4-72EC-CF4C-A2FE-4F08E7AA091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223" y="3216"/>
                  <a:ext cx="1" cy="12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95" name="Line 458">
                  <a:extLst>
                    <a:ext uri="{FF2B5EF4-FFF2-40B4-BE49-F238E27FC236}">
                      <a16:creationId xmlns:a16="http://schemas.microsoft.com/office/drawing/2014/main" id="{C7E36343-453D-8248-A79B-7774D55E72C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72" y="3222"/>
                  <a:ext cx="12" cy="1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96" name="Line 459">
                  <a:extLst>
                    <a:ext uri="{FF2B5EF4-FFF2-40B4-BE49-F238E27FC236}">
                      <a16:creationId xmlns:a16="http://schemas.microsoft.com/office/drawing/2014/main" id="{38AE80FA-7000-334B-A2FF-FFBE42C54C2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78" y="3216"/>
                  <a:ext cx="1" cy="12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97" name="Line 460">
                  <a:extLst>
                    <a:ext uri="{FF2B5EF4-FFF2-40B4-BE49-F238E27FC236}">
                      <a16:creationId xmlns:a16="http://schemas.microsoft.com/office/drawing/2014/main" id="{00CF35B4-2402-7C42-89A3-E7B0D57F032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752" y="3222"/>
                  <a:ext cx="12" cy="1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98" name="Line 461">
                  <a:extLst>
                    <a:ext uri="{FF2B5EF4-FFF2-40B4-BE49-F238E27FC236}">
                      <a16:creationId xmlns:a16="http://schemas.microsoft.com/office/drawing/2014/main" id="{C22CA802-F9D0-3140-BE51-23C8B2F6459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758" y="3216"/>
                  <a:ext cx="1" cy="12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99" name="Line 462">
                  <a:extLst>
                    <a:ext uri="{FF2B5EF4-FFF2-40B4-BE49-F238E27FC236}">
                      <a16:creationId xmlns:a16="http://schemas.microsoft.com/office/drawing/2014/main" id="{138B141C-C517-2846-9D63-432C6C5E38C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582" y="3222"/>
                  <a:ext cx="13" cy="1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00" name="Line 463">
                  <a:extLst>
                    <a:ext uri="{FF2B5EF4-FFF2-40B4-BE49-F238E27FC236}">
                      <a16:creationId xmlns:a16="http://schemas.microsoft.com/office/drawing/2014/main" id="{8C695DEB-D66D-BE43-8EC9-3071AC70F9E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588" y="3216"/>
                  <a:ext cx="1" cy="12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01" name="Line 464">
                  <a:extLst>
                    <a:ext uri="{FF2B5EF4-FFF2-40B4-BE49-F238E27FC236}">
                      <a16:creationId xmlns:a16="http://schemas.microsoft.com/office/drawing/2014/main" id="{44BD6632-0764-D542-A149-4A452BFEB22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72" y="3222"/>
                  <a:ext cx="12" cy="1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02" name="Line 465">
                  <a:extLst>
                    <a:ext uri="{FF2B5EF4-FFF2-40B4-BE49-F238E27FC236}">
                      <a16:creationId xmlns:a16="http://schemas.microsoft.com/office/drawing/2014/main" id="{C2C84F19-63B7-3E4E-A27B-ED18A6C9F2D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78" y="3216"/>
                  <a:ext cx="1" cy="12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03" name="Rectangle 466">
                  <a:extLst>
                    <a:ext uri="{FF2B5EF4-FFF2-40B4-BE49-F238E27FC236}">
                      <a16:creationId xmlns:a16="http://schemas.microsoft.com/office/drawing/2014/main" id="{45370254-5D28-5940-8499-D9E838D69A9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758" y="1835"/>
                  <a:ext cx="13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04" name="Rectangle 467">
                  <a:extLst>
                    <a:ext uri="{FF2B5EF4-FFF2-40B4-BE49-F238E27FC236}">
                      <a16:creationId xmlns:a16="http://schemas.microsoft.com/office/drawing/2014/main" id="{2CAFACF2-C3FE-D24A-BD43-26C956939DC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185" y="1835"/>
                  <a:ext cx="13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05" name="Line 468">
                  <a:extLst>
                    <a:ext uri="{FF2B5EF4-FFF2-40B4-BE49-F238E27FC236}">
                      <a16:creationId xmlns:a16="http://schemas.microsoft.com/office/drawing/2014/main" id="{A7468531-FC81-1B42-BDFB-85BDFD320D4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179" y="3222"/>
                  <a:ext cx="13" cy="1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06" name="Line 469">
                  <a:extLst>
                    <a:ext uri="{FF2B5EF4-FFF2-40B4-BE49-F238E27FC236}">
                      <a16:creationId xmlns:a16="http://schemas.microsoft.com/office/drawing/2014/main" id="{5FE1A46B-83F2-8747-BD78-9EAB5F550CE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185" y="3216"/>
                  <a:ext cx="1" cy="12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07" name="Line 470">
                  <a:extLst>
                    <a:ext uri="{FF2B5EF4-FFF2-40B4-BE49-F238E27FC236}">
                      <a16:creationId xmlns:a16="http://schemas.microsoft.com/office/drawing/2014/main" id="{244A8C5F-D6A4-2C4E-AAED-6C86092EA30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752" y="3222"/>
                  <a:ext cx="12" cy="1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08" name="Line 471">
                  <a:extLst>
                    <a:ext uri="{FF2B5EF4-FFF2-40B4-BE49-F238E27FC236}">
                      <a16:creationId xmlns:a16="http://schemas.microsoft.com/office/drawing/2014/main" id="{522ADE56-5BEF-5B48-8945-58BA20847B6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758" y="3216"/>
                  <a:ext cx="1" cy="12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09" name="Line 472">
                  <a:extLst>
                    <a:ext uri="{FF2B5EF4-FFF2-40B4-BE49-F238E27FC236}">
                      <a16:creationId xmlns:a16="http://schemas.microsoft.com/office/drawing/2014/main" id="{D5B87299-C0D0-4B49-B8DE-00B12205FE2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582" y="3222"/>
                  <a:ext cx="13" cy="1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10" name="Line 473">
                  <a:extLst>
                    <a:ext uri="{FF2B5EF4-FFF2-40B4-BE49-F238E27FC236}">
                      <a16:creationId xmlns:a16="http://schemas.microsoft.com/office/drawing/2014/main" id="{766A4D6F-8752-8B4B-951E-2263B68282F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588" y="3216"/>
                  <a:ext cx="1" cy="12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11" name="Line 474">
                  <a:extLst>
                    <a:ext uri="{FF2B5EF4-FFF2-40B4-BE49-F238E27FC236}">
                      <a16:creationId xmlns:a16="http://schemas.microsoft.com/office/drawing/2014/main" id="{7A154B0A-6C82-BF4A-A55E-2126E2E1C65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72" y="3222"/>
                  <a:ext cx="12" cy="1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12" name="Line 475">
                  <a:extLst>
                    <a:ext uri="{FF2B5EF4-FFF2-40B4-BE49-F238E27FC236}">
                      <a16:creationId xmlns:a16="http://schemas.microsoft.com/office/drawing/2014/main" id="{BB3848D9-BEC5-6244-B163-AFD1FE2CB45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78" y="3216"/>
                  <a:ext cx="1" cy="12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13" name="Line 476">
                  <a:extLst>
                    <a:ext uri="{FF2B5EF4-FFF2-40B4-BE49-F238E27FC236}">
                      <a16:creationId xmlns:a16="http://schemas.microsoft.com/office/drawing/2014/main" id="{6AF2E9D6-DB48-ED44-AB44-17B5C7193A0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752" y="3222"/>
                  <a:ext cx="12" cy="1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14" name="Line 477">
                  <a:extLst>
                    <a:ext uri="{FF2B5EF4-FFF2-40B4-BE49-F238E27FC236}">
                      <a16:creationId xmlns:a16="http://schemas.microsoft.com/office/drawing/2014/main" id="{2AC10276-CDCE-904B-85EE-179979E75D8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758" y="3216"/>
                  <a:ext cx="1" cy="12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15" name="Line 478">
                  <a:extLst>
                    <a:ext uri="{FF2B5EF4-FFF2-40B4-BE49-F238E27FC236}">
                      <a16:creationId xmlns:a16="http://schemas.microsoft.com/office/drawing/2014/main" id="{946DE774-A591-B043-913B-E343CC8388A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752" y="3222"/>
                  <a:ext cx="12" cy="1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16" name="Line 479">
                  <a:extLst>
                    <a:ext uri="{FF2B5EF4-FFF2-40B4-BE49-F238E27FC236}">
                      <a16:creationId xmlns:a16="http://schemas.microsoft.com/office/drawing/2014/main" id="{45453059-EE36-374D-B600-E40C7AB76D6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758" y="3216"/>
                  <a:ext cx="1" cy="12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17" name="Line 480">
                  <a:extLst>
                    <a:ext uri="{FF2B5EF4-FFF2-40B4-BE49-F238E27FC236}">
                      <a16:creationId xmlns:a16="http://schemas.microsoft.com/office/drawing/2014/main" id="{29013D72-101D-9045-8566-87343FE3432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582" y="3222"/>
                  <a:ext cx="13" cy="1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18" name="Line 481">
                  <a:extLst>
                    <a:ext uri="{FF2B5EF4-FFF2-40B4-BE49-F238E27FC236}">
                      <a16:creationId xmlns:a16="http://schemas.microsoft.com/office/drawing/2014/main" id="{CBADA95F-6FCC-0343-BACF-A93BDD1659C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588" y="3216"/>
                  <a:ext cx="1" cy="12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19" name="Line 482">
                  <a:extLst>
                    <a:ext uri="{FF2B5EF4-FFF2-40B4-BE49-F238E27FC236}">
                      <a16:creationId xmlns:a16="http://schemas.microsoft.com/office/drawing/2014/main" id="{96576F27-C85D-1C4C-947D-A7BF42C5374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450" y="3222"/>
                  <a:ext cx="13" cy="1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20" name="Line 483">
                  <a:extLst>
                    <a:ext uri="{FF2B5EF4-FFF2-40B4-BE49-F238E27FC236}">
                      <a16:creationId xmlns:a16="http://schemas.microsoft.com/office/drawing/2014/main" id="{6C01BD88-73FB-3943-9E1D-D41994D81F0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456" y="3216"/>
                  <a:ext cx="1" cy="12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21" name="Rectangle 484">
                  <a:extLst>
                    <a:ext uri="{FF2B5EF4-FFF2-40B4-BE49-F238E27FC236}">
                      <a16:creationId xmlns:a16="http://schemas.microsoft.com/office/drawing/2014/main" id="{319A264F-F4E5-FA40-A144-5613A9FCE5D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43" y="1835"/>
                  <a:ext cx="13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22" name="Rectangle 485">
                  <a:extLst>
                    <a:ext uri="{FF2B5EF4-FFF2-40B4-BE49-F238E27FC236}">
                      <a16:creationId xmlns:a16="http://schemas.microsoft.com/office/drawing/2014/main" id="{ABB6C016-D352-FF4E-B5C4-E13400B4A8D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683" y="1835"/>
                  <a:ext cx="12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23" name="Line 486">
                  <a:extLst>
                    <a:ext uri="{FF2B5EF4-FFF2-40B4-BE49-F238E27FC236}">
                      <a16:creationId xmlns:a16="http://schemas.microsoft.com/office/drawing/2014/main" id="{D9F2C704-4193-4A42-9C71-E0195895545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47" y="3222"/>
                  <a:ext cx="12" cy="1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24" name="Line 487">
                  <a:extLst>
                    <a:ext uri="{FF2B5EF4-FFF2-40B4-BE49-F238E27FC236}">
                      <a16:creationId xmlns:a16="http://schemas.microsoft.com/office/drawing/2014/main" id="{FA4CBD5C-B3FD-194E-B862-2F6FD0D0CC7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53" y="3216"/>
                  <a:ext cx="1" cy="12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25" name="Line 488">
                  <a:extLst>
                    <a:ext uri="{FF2B5EF4-FFF2-40B4-BE49-F238E27FC236}">
                      <a16:creationId xmlns:a16="http://schemas.microsoft.com/office/drawing/2014/main" id="{03590735-82F3-E347-A193-E9DB1C26BAA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739" y="3222"/>
                  <a:ext cx="13" cy="1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26" name="Line 489">
                  <a:extLst>
                    <a:ext uri="{FF2B5EF4-FFF2-40B4-BE49-F238E27FC236}">
                      <a16:creationId xmlns:a16="http://schemas.microsoft.com/office/drawing/2014/main" id="{04437C70-F118-F14D-A12C-DE1397CAB15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745" y="3216"/>
                  <a:ext cx="1" cy="12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27" name="Rectangle 490">
                  <a:extLst>
                    <a:ext uri="{FF2B5EF4-FFF2-40B4-BE49-F238E27FC236}">
                      <a16:creationId xmlns:a16="http://schemas.microsoft.com/office/drawing/2014/main" id="{B93FC3D1-4A78-C94E-A4D2-9D5F56E03D2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576" y="1835"/>
                  <a:ext cx="12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28" name="Line 491">
                  <a:extLst>
                    <a:ext uri="{FF2B5EF4-FFF2-40B4-BE49-F238E27FC236}">
                      <a16:creationId xmlns:a16="http://schemas.microsoft.com/office/drawing/2014/main" id="{A65CF949-D348-7F47-B112-88D5209896E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72" y="3222"/>
                  <a:ext cx="12" cy="1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29" name="Line 492">
                  <a:extLst>
                    <a:ext uri="{FF2B5EF4-FFF2-40B4-BE49-F238E27FC236}">
                      <a16:creationId xmlns:a16="http://schemas.microsoft.com/office/drawing/2014/main" id="{90904405-4FEB-B34A-8413-E42782250C9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78" y="3216"/>
                  <a:ext cx="1" cy="12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30" name="Line 493">
                  <a:extLst>
                    <a:ext uri="{FF2B5EF4-FFF2-40B4-BE49-F238E27FC236}">
                      <a16:creationId xmlns:a16="http://schemas.microsoft.com/office/drawing/2014/main" id="{FC245B8F-543C-2648-8688-37B027A0DF5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752" y="3222"/>
                  <a:ext cx="12" cy="1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31" name="Line 494">
                  <a:extLst>
                    <a:ext uri="{FF2B5EF4-FFF2-40B4-BE49-F238E27FC236}">
                      <a16:creationId xmlns:a16="http://schemas.microsoft.com/office/drawing/2014/main" id="{A26B1B4E-63A8-DD48-B747-BFA56B5CE6C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758" y="3216"/>
                  <a:ext cx="1" cy="12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32" name="Rectangle 495">
                  <a:extLst>
                    <a:ext uri="{FF2B5EF4-FFF2-40B4-BE49-F238E27FC236}">
                      <a16:creationId xmlns:a16="http://schemas.microsoft.com/office/drawing/2014/main" id="{BE9113BB-DA1F-1844-86CA-7ED6BCA8610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588" y="1835"/>
                  <a:ext cx="13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33" name="Line 496">
                  <a:extLst>
                    <a:ext uri="{FF2B5EF4-FFF2-40B4-BE49-F238E27FC236}">
                      <a16:creationId xmlns:a16="http://schemas.microsoft.com/office/drawing/2014/main" id="{0E67F1B8-EF6A-4A40-9FE9-B78D1E8DD3B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450" y="3222"/>
                  <a:ext cx="13" cy="1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34" name="Line 497">
                  <a:extLst>
                    <a:ext uri="{FF2B5EF4-FFF2-40B4-BE49-F238E27FC236}">
                      <a16:creationId xmlns:a16="http://schemas.microsoft.com/office/drawing/2014/main" id="{0508BB2C-1159-A247-BB8A-7EE00A50BD1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456" y="3216"/>
                  <a:ext cx="1" cy="12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35" name="Line 498">
                  <a:extLst>
                    <a:ext uri="{FF2B5EF4-FFF2-40B4-BE49-F238E27FC236}">
                      <a16:creationId xmlns:a16="http://schemas.microsoft.com/office/drawing/2014/main" id="{65F7BD0D-182E-2345-A93E-4BA0642B37A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337" y="3222"/>
                  <a:ext cx="13" cy="1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36" name="Line 499">
                  <a:extLst>
                    <a:ext uri="{FF2B5EF4-FFF2-40B4-BE49-F238E27FC236}">
                      <a16:creationId xmlns:a16="http://schemas.microsoft.com/office/drawing/2014/main" id="{3F451939-E21B-0145-9CAB-BB4AE689A84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343" y="3216"/>
                  <a:ext cx="1" cy="12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37" name="Line 500">
                  <a:extLst>
                    <a:ext uri="{FF2B5EF4-FFF2-40B4-BE49-F238E27FC236}">
                      <a16:creationId xmlns:a16="http://schemas.microsoft.com/office/drawing/2014/main" id="{82EAEB07-ED19-B24A-A219-5C1D72F1E1B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249" y="3222"/>
                  <a:ext cx="13" cy="1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38" name="Line 501">
                  <a:extLst>
                    <a:ext uri="{FF2B5EF4-FFF2-40B4-BE49-F238E27FC236}">
                      <a16:creationId xmlns:a16="http://schemas.microsoft.com/office/drawing/2014/main" id="{7129CD4D-8AF1-424D-AA3B-DCA7FC39628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255" y="3216"/>
                  <a:ext cx="1" cy="12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39" name="Line 502">
                  <a:extLst>
                    <a:ext uri="{FF2B5EF4-FFF2-40B4-BE49-F238E27FC236}">
                      <a16:creationId xmlns:a16="http://schemas.microsoft.com/office/drawing/2014/main" id="{AC0022F7-9BEA-804C-BEC7-71D1F9796B1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180" y="3222"/>
                  <a:ext cx="12" cy="1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0" name="Line 503">
                  <a:extLst>
                    <a:ext uri="{FF2B5EF4-FFF2-40B4-BE49-F238E27FC236}">
                      <a16:creationId xmlns:a16="http://schemas.microsoft.com/office/drawing/2014/main" id="{38AFAA6B-596B-7B4C-B156-D140F4D10AD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186" y="3216"/>
                  <a:ext cx="1" cy="12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1" name="Rectangle 504">
                  <a:extLst>
                    <a:ext uri="{FF2B5EF4-FFF2-40B4-BE49-F238E27FC236}">
                      <a16:creationId xmlns:a16="http://schemas.microsoft.com/office/drawing/2014/main" id="{9A0224EF-3EFF-BA41-ADC0-6E9031ED612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130" y="1835"/>
                  <a:ext cx="12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2" name="Rectangle 505">
                  <a:extLst>
                    <a:ext uri="{FF2B5EF4-FFF2-40B4-BE49-F238E27FC236}">
                      <a16:creationId xmlns:a16="http://schemas.microsoft.com/office/drawing/2014/main" id="{75558D5F-52D5-8840-AD89-4FD20513041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513" y="1835"/>
                  <a:ext cx="12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3" name="Line 506">
                  <a:extLst>
                    <a:ext uri="{FF2B5EF4-FFF2-40B4-BE49-F238E27FC236}">
                      <a16:creationId xmlns:a16="http://schemas.microsoft.com/office/drawing/2014/main" id="{BAFB07EC-88AF-CA41-BA84-455DA47C7C2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815" y="3222"/>
                  <a:ext cx="12" cy="1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4" name="Line 507">
                  <a:extLst>
                    <a:ext uri="{FF2B5EF4-FFF2-40B4-BE49-F238E27FC236}">
                      <a16:creationId xmlns:a16="http://schemas.microsoft.com/office/drawing/2014/main" id="{2C0A8BA2-6521-1E4A-9799-F80B2C23527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821" y="3216"/>
                  <a:ext cx="1" cy="12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5" name="Rectangle 508">
                  <a:extLst>
                    <a:ext uri="{FF2B5EF4-FFF2-40B4-BE49-F238E27FC236}">
                      <a16:creationId xmlns:a16="http://schemas.microsoft.com/office/drawing/2014/main" id="{138DF21E-C39B-FB4F-8F29-2E49F384F9B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060" y="1835"/>
                  <a:ext cx="13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6" name="Line 509">
                  <a:extLst>
                    <a:ext uri="{FF2B5EF4-FFF2-40B4-BE49-F238E27FC236}">
                      <a16:creationId xmlns:a16="http://schemas.microsoft.com/office/drawing/2014/main" id="{A0AA3B25-BD9E-8D49-A356-40F317687A5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450" y="3222"/>
                  <a:ext cx="13" cy="1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7" name="Line 510">
                  <a:extLst>
                    <a:ext uri="{FF2B5EF4-FFF2-40B4-BE49-F238E27FC236}">
                      <a16:creationId xmlns:a16="http://schemas.microsoft.com/office/drawing/2014/main" id="{47481F76-8E6D-BE43-AC75-E20537B8BC0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456" y="3216"/>
                  <a:ext cx="1" cy="12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8" name="Line 511">
                  <a:extLst>
                    <a:ext uri="{FF2B5EF4-FFF2-40B4-BE49-F238E27FC236}">
                      <a16:creationId xmlns:a16="http://schemas.microsoft.com/office/drawing/2014/main" id="{685D9FB7-845E-804D-A30E-34FF07C0532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343" y="3222"/>
                  <a:ext cx="13" cy="1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9" name="Line 512">
                  <a:extLst>
                    <a:ext uri="{FF2B5EF4-FFF2-40B4-BE49-F238E27FC236}">
                      <a16:creationId xmlns:a16="http://schemas.microsoft.com/office/drawing/2014/main" id="{FDC02017-9AFA-C443-A8A1-C09CF5CE727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350" y="3216"/>
                  <a:ext cx="1" cy="12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50" name="Line 513">
                  <a:extLst>
                    <a:ext uri="{FF2B5EF4-FFF2-40B4-BE49-F238E27FC236}">
                      <a16:creationId xmlns:a16="http://schemas.microsoft.com/office/drawing/2014/main" id="{FD5F2970-EA4E-5842-BAAB-315A1DEE603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255" y="3222"/>
                  <a:ext cx="13" cy="1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51" name="Line 514">
                  <a:extLst>
                    <a:ext uri="{FF2B5EF4-FFF2-40B4-BE49-F238E27FC236}">
                      <a16:creationId xmlns:a16="http://schemas.microsoft.com/office/drawing/2014/main" id="{A912304F-FFB5-2649-B354-529AE61EEB3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262" y="3216"/>
                  <a:ext cx="1" cy="12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52" name="Line 515">
                  <a:extLst>
                    <a:ext uri="{FF2B5EF4-FFF2-40B4-BE49-F238E27FC236}">
                      <a16:creationId xmlns:a16="http://schemas.microsoft.com/office/drawing/2014/main" id="{12F0A25C-22FD-904C-A538-75EC0F7B25A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180" y="3222"/>
                  <a:ext cx="12" cy="1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53" name="Line 516">
                  <a:extLst>
                    <a:ext uri="{FF2B5EF4-FFF2-40B4-BE49-F238E27FC236}">
                      <a16:creationId xmlns:a16="http://schemas.microsoft.com/office/drawing/2014/main" id="{FF3E2C1B-A080-DF45-9286-843ACB966F0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186" y="3216"/>
                  <a:ext cx="1" cy="12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54" name="Line 517">
                  <a:extLst>
                    <a:ext uri="{FF2B5EF4-FFF2-40B4-BE49-F238E27FC236}">
                      <a16:creationId xmlns:a16="http://schemas.microsoft.com/office/drawing/2014/main" id="{FC588F42-96A8-6240-890E-7EFD92FE3E6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123" y="3222"/>
                  <a:ext cx="13" cy="1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55" name="Line 518">
                  <a:extLst>
                    <a:ext uri="{FF2B5EF4-FFF2-40B4-BE49-F238E27FC236}">
                      <a16:creationId xmlns:a16="http://schemas.microsoft.com/office/drawing/2014/main" id="{0D538F74-51D9-614E-BCCD-27C941E08F8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130" y="3216"/>
                  <a:ext cx="1" cy="12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56" name="Rectangle 519">
                  <a:extLst>
                    <a:ext uri="{FF2B5EF4-FFF2-40B4-BE49-F238E27FC236}">
                      <a16:creationId xmlns:a16="http://schemas.microsoft.com/office/drawing/2014/main" id="{3CCDA1EA-9BE4-4A4A-9FF3-83317019102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086" y="1835"/>
                  <a:ext cx="12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57" name="Line 520">
                  <a:extLst>
                    <a:ext uri="{FF2B5EF4-FFF2-40B4-BE49-F238E27FC236}">
                      <a16:creationId xmlns:a16="http://schemas.microsoft.com/office/drawing/2014/main" id="{680D3DD7-5D73-1A43-AF5C-CB4D540C918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475" y="3222"/>
                  <a:ext cx="13" cy="1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58" name="Line 521">
                  <a:extLst>
                    <a:ext uri="{FF2B5EF4-FFF2-40B4-BE49-F238E27FC236}">
                      <a16:creationId xmlns:a16="http://schemas.microsoft.com/office/drawing/2014/main" id="{FE116EE5-1004-B546-B96C-BFD5389BBDB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481" y="3216"/>
                  <a:ext cx="1" cy="12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59" name="Line 522">
                  <a:extLst>
                    <a:ext uri="{FF2B5EF4-FFF2-40B4-BE49-F238E27FC236}">
                      <a16:creationId xmlns:a16="http://schemas.microsoft.com/office/drawing/2014/main" id="{0D454254-0940-444E-9B88-6F11C91B9AB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356" y="3222"/>
                  <a:ext cx="12" cy="1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60" name="Line 523">
                  <a:extLst>
                    <a:ext uri="{FF2B5EF4-FFF2-40B4-BE49-F238E27FC236}">
                      <a16:creationId xmlns:a16="http://schemas.microsoft.com/office/drawing/2014/main" id="{3D16DD66-FD20-0C44-8E36-360ACDC33E0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362" y="3216"/>
                  <a:ext cx="1" cy="12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61" name="Line 524">
                  <a:extLst>
                    <a:ext uri="{FF2B5EF4-FFF2-40B4-BE49-F238E27FC236}">
                      <a16:creationId xmlns:a16="http://schemas.microsoft.com/office/drawing/2014/main" id="{2685BAE3-64F8-684F-9C2A-C21E5F9097D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268" y="3222"/>
                  <a:ext cx="12" cy="1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62" name="Line 525">
                  <a:extLst>
                    <a:ext uri="{FF2B5EF4-FFF2-40B4-BE49-F238E27FC236}">
                      <a16:creationId xmlns:a16="http://schemas.microsoft.com/office/drawing/2014/main" id="{277EB28A-5A06-054F-93B4-511CEB94508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274" y="3216"/>
                  <a:ext cx="1" cy="12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63" name="Rectangle 526">
                  <a:extLst>
                    <a:ext uri="{FF2B5EF4-FFF2-40B4-BE49-F238E27FC236}">
                      <a16:creationId xmlns:a16="http://schemas.microsoft.com/office/drawing/2014/main" id="{CD42E1F9-46F4-FC42-9443-625ABC692CD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199" y="1835"/>
                  <a:ext cx="12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64" name="Line 527">
                  <a:extLst>
                    <a:ext uri="{FF2B5EF4-FFF2-40B4-BE49-F238E27FC236}">
                      <a16:creationId xmlns:a16="http://schemas.microsoft.com/office/drawing/2014/main" id="{B8BA7ABE-B5A0-DF43-9FAF-88B6E63A2CE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563" y="3222"/>
                  <a:ext cx="13" cy="1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65" name="Line 528">
                  <a:extLst>
                    <a:ext uri="{FF2B5EF4-FFF2-40B4-BE49-F238E27FC236}">
                      <a16:creationId xmlns:a16="http://schemas.microsoft.com/office/drawing/2014/main" id="{4623CA8A-8BF9-344E-ADA1-9CAC15B9CCE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569" y="3216"/>
                  <a:ext cx="1" cy="12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66" name="Line 529">
                  <a:extLst>
                    <a:ext uri="{FF2B5EF4-FFF2-40B4-BE49-F238E27FC236}">
                      <a16:creationId xmlns:a16="http://schemas.microsoft.com/office/drawing/2014/main" id="{5CBD211F-08C5-5D40-9ECB-8194D07398E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431" y="3222"/>
                  <a:ext cx="13" cy="1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67" name="Line 530">
                  <a:extLst>
                    <a:ext uri="{FF2B5EF4-FFF2-40B4-BE49-F238E27FC236}">
                      <a16:creationId xmlns:a16="http://schemas.microsoft.com/office/drawing/2014/main" id="{4457BCCA-E92B-C541-8A72-AED20C9A872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437" y="3216"/>
                  <a:ext cx="1" cy="12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68" name="Rectangle 531">
                  <a:extLst>
                    <a:ext uri="{FF2B5EF4-FFF2-40B4-BE49-F238E27FC236}">
                      <a16:creationId xmlns:a16="http://schemas.microsoft.com/office/drawing/2014/main" id="{4AE2D5B8-5852-7A49-A1B7-88EA7EF1B0C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31" y="1835"/>
                  <a:ext cx="12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69" name="Line 532">
                  <a:extLst>
                    <a:ext uri="{FF2B5EF4-FFF2-40B4-BE49-F238E27FC236}">
                      <a16:creationId xmlns:a16="http://schemas.microsoft.com/office/drawing/2014/main" id="{6CE4CA02-560B-204D-825F-6329B5F0BC7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664" y="3222"/>
                  <a:ext cx="12" cy="1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70" name="Line 533">
                  <a:extLst>
                    <a:ext uri="{FF2B5EF4-FFF2-40B4-BE49-F238E27FC236}">
                      <a16:creationId xmlns:a16="http://schemas.microsoft.com/office/drawing/2014/main" id="{8BC9998D-98C9-CC4F-9FA1-1FB24219E8E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670" y="3216"/>
                  <a:ext cx="1" cy="12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71" name="Rectangle 534">
                  <a:extLst>
                    <a:ext uri="{FF2B5EF4-FFF2-40B4-BE49-F238E27FC236}">
                      <a16:creationId xmlns:a16="http://schemas.microsoft.com/office/drawing/2014/main" id="{E5481745-0795-A14A-8B22-AA32A2FB7B2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519" y="1835"/>
                  <a:ext cx="13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72" name="Line 535">
                  <a:extLst>
                    <a:ext uri="{FF2B5EF4-FFF2-40B4-BE49-F238E27FC236}">
                      <a16:creationId xmlns:a16="http://schemas.microsoft.com/office/drawing/2014/main" id="{BE7CD248-763B-3C49-AA4D-3908CE5C5AF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815" y="3222"/>
                  <a:ext cx="12" cy="1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73" name="Line 536">
                  <a:extLst>
                    <a:ext uri="{FF2B5EF4-FFF2-40B4-BE49-F238E27FC236}">
                      <a16:creationId xmlns:a16="http://schemas.microsoft.com/office/drawing/2014/main" id="{25FFBCF1-D3D1-4346-A56B-62146C6483A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821" y="3216"/>
                  <a:ext cx="1" cy="12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74" name="Line 537">
                  <a:extLst>
                    <a:ext uri="{FF2B5EF4-FFF2-40B4-BE49-F238E27FC236}">
                      <a16:creationId xmlns:a16="http://schemas.microsoft.com/office/drawing/2014/main" id="{D8C07863-824F-A34D-BC13-5895F1F244C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632" y="3222"/>
                  <a:ext cx="13" cy="1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75" name="Line 538">
                  <a:extLst>
                    <a:ext uri="{FF2B5EF4-FFF2-40B4-BE49-F238E27FC236}">
                      <a16:creationId xmlns:a16="http://schemas.microsoft.com/office/drawing/2014/main" id="{7DC9F130-E770-8D40-BB8F-E7D96A9CC14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639" y="3216"/>
                  <a:ext cx="1" cy="12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76" name="Line 539">
                  <a:extLst>
                    <a:ext uri="{FF2B5EF4-FFF2-40B4-BE49-F238E27FC236}">
                      <a16:creationId xmlns:a16="http://schemas.microsoft.com/office/drawing/2014/main" id="{543B024C-52C3-C84D-99C2-A7654A3C00D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488" y="3222"/>
                  <a:ext cx="12" cy="1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77" name="Line 540">
                  <a:extLst>
                    <a:ext uri="{FF2B5EF4-FFF2-40B4-BE49-F238E27FC236}">
                      <a16:creationId xmlns:a16="http://schemas.microsoft.com/office/drawing/2014/main" id="{F2364D1F-1D1D-7A46-B3F7-65B0D5BC7C5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494" y="3216"/>
                  <a:ext cx="1" cy="12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78" name="Line 541">
                  <a:extLst>
                    <a:ext uri="{FF2B5EF4-FFF2-40B4-BE49-F238E27FC236}">
                      <a16:creationId xmlns:a16="http://schemas.microsoft.com/office/drawing/2014/main" id="{D2E93895-BA0B-CB4C-B83A-39D1E4BB374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368" y="3222"/>
                  <a:ext cx="13" cy="1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79" name="Line 542">
                  <a:extLst>
                    <a:ext uri="{FF2B5EF4-FFF2-40B4-BE49-F238E27FC236}">
                      <a16:creationId xmlns:a16="http://schemas.microsoft.com/office/drawing/2014/main" id="{A11936DF-55BD-2244-9776-603EF799E77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375" y="3216"/>
                  <a:ext cx="1" cy="12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80" name="Line 543">
                  <a:extLst>
                    <a:ext uri="{FF2B5EF4-FFF2-40B4-BE49-F238E27FC236}">
                      <a16:creationId xmlns:a16="http://schemas.microsoft.com/office/drawing/2014/main" id="{1721188E-6FB4-FA44-8372-8D228492577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274" y="3222"/>
                  <a:ext cx="13" cy="1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81" name="Line 544">
                  <a:extLst>
                    <a:ext uri="{FF2B5EF4-FFF2-40B4-BE49-F238E27FC236}">
                      <a16:creationId xmlns:a16="http://schemas.microsoft.com/office/drawing/2014/main" id="{BECBED85-DD9A-C243-A340-25A624EB6D3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280" y="3216"/>
                  <a:ext cx="1" cy="12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82" name="Line 545">
                  <a:extLst>
                    <a:ext uri="{FF2B5EF4-FFF2-40B4-BE49-F238E27FC236}">
                      <a16:creationId xmlns:a16="http://schemas.microsoft.com/office/drawing/2014/main" id="{509F9A2D-312D-F248-9F93-C2D3E0D4064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199" y="3222"/>
                  <a:ext cx="12" cy="1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83" name="Line 546">
                  <a:extLst>
                    <a:ext uri="{FF2B5EF4-FFF2-40B4-BE49-F238E27FC236}">
                      <a16:creationId xmlns:a16="http://schemas.microsoft.com/office/drawing/2014/main" id="{22F7C537-CF5B-CA4D-81F4-16D9215CEF9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205" y="3216"/>
                  <a:ext cx="1" cy="12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84" name="Line 547">
                  <a:extLst>
                    <a:ext uri="{FF2B5EF4-FFF2-40B4-BE49-F238E27FC236}">
                      <a16:creationId xmlns:a16="http://schemas.microsoft.com/office/drawing/2014/main" id="{7DDF1F65-2305-B648-8155-08AB419CDC8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142" y="3222"/>
                  <a:ext cx="13" cy="1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85" name="Line 548">
                  <a:extLst>
                    <a:ext uri="{FF2B5EF4-FFF2-40B4-BE49-F238E27FC236}">
                      <a16:creationId xmlns:a16="http://schemas.microsoft.com/office/drawing/2014/main" id="{CF1A74AA-1540-A041-A8E0-62D671EA27C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148" y="3216"/>
                  <a:ext cx="1" cy="12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86" name="Line 549">
                  <a:extLst>
                    <a:ext uri="{FF2B5EF4-FFF2-40B4-BE49-F238E27FC236}">
                      <a16:creationId xmlns:a16="http://schemas.microsoft.com/office/drawing/2014/main" id="{9866E222-9279-D242-AE41-D0B81FFAD00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827" y="3222"/>
                  <a:ext cx="13" cy="1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87" name="Line 550">
                  <a:extLst>
                    <a:ext uri="{FF2B5EF4-FFF2-40B4-BE49-F238E27FC236}">
                      <a16:creationId xmlns:a16="http://schemas.microsoft.com/office/drawing/2014/main" id="{BF62D9A7-62D3-B849-953D-34D9C6B5829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833" y="3216"/>
                  <a:ext cx="1" cy="12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88" name="Line 551">
                  <a:extLst>
                    <a:ext uri="{FF2B5EF4-FFF2-40B4-BE49-F238E27FC236}">
                      <a16:creationId xmlns:a16="http://schemas.microsoft.com/office/drawing/2014/main" id="{45F4865A-3419-6344-9B20-AAFDBE1ECAC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639" y="3222"/>
                  <a:ext cx="12" cy="1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89" name="Line 552">
                  <a:extLst>
                    <a:ext uri="{FF2B5EF4-FFF2-40B4-BE49-F238E27FC236}">
                      <a16:creationId xmlns:a16="http://schemas.microsoft.com/office/drawing/2014/main" id="{A33E7AAD-BB56-5844-A14F-C3EA4D3AAC8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645" y="3216"/>
                  <a:ext cx="1" cy="12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90" name="Rectangle 553">
                  <a:extLst>
                    <a:ext uri="{FF2B5EF4-FFF2-40B4-BE49-F238E27FC236}">
                      <a16:creationId xmlns:a16="http://schemas.microsoft.com/office/drawing/2014/main" id="{8B6EB3B2-E24F-EF43-8AEA-9F0426A4094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500" y="1835"/>
                  <a:ext cx="13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91" name="Line 554">
                  <a:extLst>
                    <a:ext uri="{FF2B5EF4-FFF2-40B4-BE49-F238E27FC236}">
                      <a16:creationId xmlns:a16="http://schemas.microsoft.com/office/drawing/2014/main" id="{0DC84045-5F56-7A48-A13F-BB9326D2C99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802" y="3222"/>
                  <a:ext cx="13" cy="1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92" name="Line 555">
                  <a:extLst>
                    <a:ext uri="{FF2B5EF4-FFF2-40B4-BE49-F238E27FC236}">
                      <a16:creationId xmlns:a16="http://schemas.microsoft.com/office/drawing/2014/main" id="{C738E6E6-1156-A544-9499-F6505B9CDDD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808" y="3216"/>
                  <a:ext cx="1" cy="12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93" name="Line 556">
                  <a:extLst>
                    <a:ext uri="{FF2B5EF4-FFF2-40B4-BE49-F238E27FC236}">
                      <a16:creationId xmlns:a16="http://schemas.microsoft.com/office/drawing/2014/main" id="{AD7544FB-FDD7-9444-8E06-9D760FB8924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620" y="3222"/>
                  <a:ext cx="12" cy="1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94" name="Line 557">
                  <a:extLst>
                    <a:ext uri="{FF2B5EF4-FFF2-40B4-BE49-F238E27FC236}">
                      <a16:creationId xmlns:a16="http://schemas.microsoft.com/office/drawing/2014/main" id="{9F564628-835D-4F4A-84B2-0623ADAA63C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626" y="3216"/>
                  <a:ext cx="1" cy="12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95" name="Line 558">
                  <a:extLst>
                    <a:ext uri="{FF2B5EF4-FFF2-40B4-BE49-F238E27FC236}">
                      <a16:creationId xmlns:a16="http://schemas.microsoft.com/office/drawing/2014/main" id="{62F3C03D-5C76-5145-98F9-0C026DD59DE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507" y="3222"/>
                  <a:ext cx="12" cy="1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96" name="Line 559">
                  <a:extLst>
                    <a:ext uri="{FF2B5EF4-FFF2-40B4-BE49-F238E27FC236}">
                      <a16:creationId xmlns:a16="http://schemas.microsoft.com/office/drawing/2014/main" id="{19471D0A-DD16-7E41-B2E4-FC28A07B306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513" y="3216"/>
                  <a:ext cx="1" cy="12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97" name="Line 560">
                  <a:extLst>
                    <a:ext uri="{FF2B5EF4-FFF2-40B4-BE49-F238E27FC236}">
                      <a16:creationId xmlns:a16="http://schemas.microsoft.com/office/drawing/2014/main" id="{002CBEC8-8BDB-F941-9304-B3C791B64FB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387" y="3222"/>
                  <a:ext cx="13" cy="1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98" name="Line 561">
                  <a:extLst>
                    <a:ext uri="{FF2B5EF4-FFF2-40B4-BE49-F238E27FC236}">
                      <a16:creationId xmlns:a16="http://schemas.microsoft.com/office/drawing/2014/main" id="{8FE4A81B-9A1A-6946-8B85-3DD09CFA0F1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394" y="3216"/>
                  <a:ext cx="1" cy="12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99" name="Line 562">
                  <a:extLst>
                    <a:ext uri="{FF2B5EF4-FFF2-40B4-BE49-F238E27FC236}">
                      <a16:creationId xmlns:a16="http://schemas.microsoft.com/office/drawing/2014/main" id="{1E3FEDC3-7EC2-9240-BB7C-CFC88CD664E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287" y="3222"/>
                  <a:ext cx="12" cy="1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100" name="Line 563">
                  <a:extLst>
                    <a:ext uri="{FF2B5EF4-FFF2-40B4-BE49-F238E27FC236}">
                      <a16:creationId xmlns:a16="http://schemas.microsoft.com/office/drawing/2014/main" id="{DF810A31-552D-1440-97EF-35D2AF9E9EA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293" y="3216"/>
                  <a:ext cx="1" cy="12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101" name="Line 564">
                  <a:extLst>
                    <a:ext uri="{FF2B5EF4-FFF2-40B4-BE49-F238E27FC236}">
                      <a16:creationId xmlns:a16="http://schemas.microsoft.com/office/drawing/2014/main" id="{86777C72-FF3F-F54B-B786-0D9D0EAB4D1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211" y="3222"/>
                  <a:ext cx="13" cy="1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102" name="Line 565">
                  <a:extLst>
                    <a:ext uri="{FF2B5EF4-FFF2-40B4-BE49-F238E27FC236}">
                      <a16:creationId xmlns:a16="http://schemas.microsoft.com/office/drawing/2014/main" id="{CF7E9A79-BFC5-2A45-82C1-03FAC5F8847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218" y="3216"/>
                  <a:ext cx="1" cy="12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103" name="Line 566">
                  <a:extLst>
                    <a:ext uri="{FF2B5EF4-FFF2-40B4-BE49-F238E27FC236}">
                      <a16:creationId xmlns:a16="http://schemas.microsoft.com/office/drawing/2014/main" id="{417D6B48-CBDE-C143-84CA-5CFA16FFD86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148" y="3222"/>
                  <a:ext cx="13" cy="1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104" name="Line 567">
                  <a:extLst>
                    <a:ext uri="{FF2B5EF4-FFF2-40B4-BE49-F238E27FC236}">
                      <a16:creationId xmlns:a16="http://schemas.microsoft.com/office/drawing/2014/main" id="{61767848-8427-3347-AD01-BB06E28B6CC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155" y="3216"/>
                  <a:ext cx="1" cy="12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105" name="Line 568">
                  <a:extLst>
                    <a:ext uri="{FF2B5EF4-FFF2-40B4-BE49-F238E27FC236}">
                      <a16:creationId xmlns:a16="http://schemas.microsoft.com/office/drawing/2014/main" id="{87A1C7EF-85A4-8540-BDEB-66B1A867D07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098" y="3222"/>
                  <a:ext cx="13" cy="1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106" name="Line 569">
                  <a:extLst>
                    <a:ext uri="{FF2B5EF4-FFF2-40B4-BE49-F238E27FC236}">
                      <a16:creationId xmlns:a16="http://schemas.microsoft.com/office/drawing/2014/main" id="{8F3C2158-4551-724F-B06C-05938022880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104" y="3216"/>
                  <a:ext cx="1" cy="12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107" name="Line 570">
                  <a:extLst>
                    <a:ext uri="{FF2B5EF4-FFF2-40B4-BE49-F238E27FC236}">
                      <a16:creationId xmlns:a16="http://schemas.microsoft.com/office/drawing/2014/main" id="{480938C1-2C44-7D48-8856-92B09E5C97E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060" y="3222"/>
                  <a:ext cx="13" cy="1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108" name="Line 571">
                  <a:extLst>
                    <a:ext uri="{FF2B5EF4-FFF2-40B4-BE49-F238E27FC236}">
                      <a16:creationId xmlns:a16="http://schemas.microsoft.com/office/drawing/2014/main" id="{4D476867-F13B-8340-86CC-0896A8F78F5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067" y="3216"/>
                  <a:ext cx="1" cy="12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109" name="Line 572">
                  <a:extLst>
                    <a:ext uri="{FF2B5EF4-FFF2-40B4-BE49-F238E27FC236}">
                      <a16:creationId xmlns:a16="http://schemas.microsoft.com/office/drawing/2014/main" id="{D2EA74A0-CF52-DF4D-917F-E710920EF75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029" y="3222"/>
                  <a:ext cx="13" cy="1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110" name="Line 573">
                  <a:extLst>
                    <a:ext uri="{FF2B5EF4-FFF2-40B4-BE49-F238E27FC236}">
                      <a16:creationId xmlns:a16="http://schemas.microsoft.com/office/drawing/2014/main" id="{2CE7A478-8A72-D14D-B0B7-0F143FD2097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035" y="3216"/>
                  <a:ext cx="1" cy="12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111" name="Line 574">
                  <a:extLst>
                    <a:ext uri="{FF2B5EF4-FFF2-40B4-BE49-F238E27FC236}">
                      <a16:creationId xmlns:a16="http://schemas.microsoft.com/office/drawing/2014/main" id="{2D3C476A-3883-4245-8F19-AAA1C310CFB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004" y="3222"/>
                  <a:ext cx="12" cy="1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112" name="Line 575">
                  <a:extLst>
                    <a:ext uri="{FF2B5EF4-FFF2-40B4-BE49-F238E27FC236}">
                      <a16:creationId xmlns:a16="http://schemas.microsoft.com/office/drawing/2014/main" id="{C4B80DF8-66FE-F345-8B13-6CECB08F551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010" y="3216"/>
                  <a:ext cx="1" cy="12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113" name="Line 576">
                  <a:extLst>
                    <a:ext uri="{FF2B5EF4-FFF2-40B4-BE49-F238E27FC236}">
                      <a16:creationId xmlns:a16="http://schemas.microsoft.com/office/drawing/2014/main" id="{FA020198-6AF8-8D4B-B63F-58E6F0DEF77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979" y="3222"/>
                  <a:ext cx="12" cy="1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114" name="Line 577">
                  <a:extLst>
                    <a:ext uri="{FF2B5EF4-FFF2-40B4-BE49-F238E27FC236}">
                      <a16:creationId xmlns:a16="http://schemas.microsoft.com/office/drawing/2014/main" id="{9938A3D5-AC71-ED40-905A-87FDF19A9D5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985" y="3216"/>
                  <a:ext cx="1" cy="12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115" name="Line 578">
                  <a:extLst>
                    <a:ext uri="{FF2B5EF4-FFF2-40B4-BE49-F238E27FC236}">
                      <a16:creationId xmlns:a16="http://schemas.microsoft.com/office/drawing/2014/main" id="{6AFD490B-3611-DF48-9A16-93CC4308622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966" y="3222"/>
                  <a:ext cx="13" cy="1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116" name="Line 579">
                  <a:extLst>
                    <a:ext uri="{FF2B5EF4-FFF2-40B4-BE49-F238E27FC236}">
                      <a16:creationId xmlns:a16="http://schemas.microsoft.com/office/drawing/2014/main" id="{285410F4-65F4-364B-9ED8-928FE064255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972" y="3216"/>
                  <a:ext cx="1" cy="12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117" name="Rectangle 580">
                  <a:extLst>
                    <a:ext uri="{FF2B5EF4-FFF2-40B4-BE49-F238E27FC236}">
                      <a16:creationId xmlns:a16="http://schemas.microsoft.com/office/drawing/2014/main" id="{1083F927-55A8-094F-8FF1-A5EACBB59AA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833" y="1835"/>
                  <a:ext cx="13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118" name="Rectangle 581">
                  <a:extLst>
                    <a:ext uri="{FF2B5EF4-FFF2-40B4-BE49-F238E27FC236}">
                      <a16:creationId xmlns:a16="http://schemas.microsoft.com/office/drawing/2014/main" id="{EFAD47D0-177A-6045-9E15-F8AF47FE71F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079" y="1835"/>
                  <a:ext cx="12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119" name="Rectangle 582">
                  <a:extLst>
                    <a:ext uri="{FF2B5EF4-FFF2-40B4-BE49-F238E27FC236}">
                      <a16:creationId xmlns:a16="http://schemas.microsoft.com/office/drawing/2014/main" id="{EFD604CA-9231-9142-B619-E9FBF95E070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796" y="1835"/>
                  <a:ext cx="12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120" name="Rectangle 583">
                  <a:extLst>
                    <a:ext uri="{FF2B5EF4-FFF2-40B4-BE49-F238E27FC236}">
                      <a16:creationId xmlns:a16="http://schemas.microsoft.com/office/drawing/2014/main" id="{CCB1825B-C358-1F4D-8047-7804616B3F1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047" y="1835"/>
                  <a:ext cx="13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121" name="Rectangle 584">
                  <a:extLst>
                    <a:ext uri="{FF2B5EF4-FFF2-40B4-BE49-F238E27FC236}">
                      <a16:creationId xmlns:a16="http://schemas.microsoft.com/office/drawing/2014/main" id="{CC7024DB-33E7-DB4C-AAAE-E1D3F16E725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130" y="1835"/>
                  <a:ext cx="12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122" name="Rectangle 585">
                  <a:extLst>
                    <a:ext uri="{FF2B5EF4-FFF2-40B4-BE49-F238E27FC236}">
                      <a16:creationId xmlns:a16="http://schemas.microsoft.com/office/drawing/2014/main" id="{91C6E046-AEBF-2C40-81E0-3065C8365D3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513" y="1835"/>
                  <a:ext cx="12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123" name="Line 586">
                  <a:extLst>
                    <a:ext uri="{FF2B5EF4-FFF2-40B4-BE49-F238E27FC236}">
                      <a16:creationId xmlns:a16="http://schemas.microsoft.com/office/drawing/2014/main" id="{297EC65F-481A-2C49-A8C1-B73865DCF56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815" y="3222"/>
                  <a:ext cx="12" cy="1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124" name="Line 587">
                  <a:extLst>
                    <a:ext uri="{FF2B5EF4-FFF2-40B4-BE49-F238E27FC236}">
                      <a16:creationId xmlns:a16="http://schemas.microsoft.com/office/drawing/2014/main" id="{66C3FD34-D059-1A45-AA60-3F9205AF3A5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821" y="3216"/>
                  <a:ext cx="1" cy="12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125" name="Line 588">
                  <a:extLst>
                    <a:ext uri="{FF2B5EF4-FFF2-40B4-BE49-F238E27FC236}">
                      <a16:creationId xmlns:a16="http://schemas.microsoft.com/office/drawing/2014/main" id="{17241B50-1C90-D14B-BE28-E4EF75B42ED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632" y="3222"/>
                  <a:ext cx="13" cy="1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126" name="Line 589">
                  <a:extLst>
                    <a:ext uri="{FF2B5EF4-FFF2-40B4-BE49-F238E27FC236}">
                      <a16:creationId xmlns:a16="http://schemas.microsoft.com/office/drawing/2014/main" id="{DAC629D2-90DD-B948-B3A2-49F8B51DB2B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639" y="3216"/>
                  <a:ext cx="1" cy="12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127" name="Line 590">
                  <a:extLst>
                    <a:ext uri="{FF2B5EF4-FFF2-40B4-BE49-F238E27FC236}">
                      <a16:creationId xmlns:a16="http://schemas.microsoft.com/office/drawing/2014/main" id="{CBABDB7F-13B8-FD46-9AD4-72ECC2A28E6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481" y="3222"/>
                  <a:ext cx="13" cy="1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128" name="Line 591">
                  <a:extLst>
                    <a:ext uri="{FF2B5EF4-FFF2-40B4-BE49-F238E27FC236}">
                      <a16:creationId xmlns:a16="http://schemas.microsoft.com/office/drawing/2014/main" id="{13D236C9-13D6-4944-BD69-439D51B29F8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488" y="3216"/>
                  <a:ext cx="1" cy="12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129" name="Line 592">
                  <a:extLst>
                    <a:ext uri="{FF2B5EF4-FFF2-40B4-BE49-F238E27FC236}">
                      <a16:creationId xmlns:a16="http://schemas.microsoft.com/office/drawing/2014/main" id="{8D8D0C50-19E0-3046-8BF3-D61B6F81704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368" y="3222"/>
                  <a:ext cx="13" cy="1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130" name="Line 593">
                  <a:extLst>
                    <a:ext uri="{FF2B5EF4-FFF2-40B4-BE49-F238E27FC236}">
                      <a16:creationId xmlns:a16="http://schemas.microsoft.com/office/drawing/2014/main" id="{13BBCB1D-B7C1-9C4A-AA36-2567AE8E966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375" y="3216"/>
                  <a:ext cx="1" cy="12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131" name="Rectangle 594">
                  <a:extLst>
                    <a:ext uri="{FF2B5EF4-FFF2-40B4-BE49-F238E27FC236}">
                      <a16:creationId xmlns:a16="http://schemas.microsoft.com/office/drawing/2014/main" id="{03F6B69F-94C3-3A44-9CD5-B976D78C7A0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78" y="1835"/>
                  <a:ext cx="13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132" name="Line 595">
                  <a:extLst>
                    <a:ext uri="{FF2B5EF4-FFF2-40B4-BE49-F238E27FC236}">
                      <a16:creationId xmlns:a16="http://schemas.microsoft.com/office/drawing/2014/main" id="{3C910280-AB4A-E942-BF4B-1C8A7D80A07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179" y="3222"/>
                  <a:ext cx="13" cy="1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133" name="Line 596">
                  <a:extLst>
                    <a:ext uri="{FF2B5EF4-FFF2-40B4-BE49-F238E27FC236}">
                      <a16:creationId xmlns:a16="http://schemas.microsoft.com/office/drawing/2014/main" id="{F47415E6-938F-8E44-87D9-BBD11409945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185" y="3216"/>
                  <a:ext cx="1" cy="12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134" name="Line 597">
                  <a:extLst>
                    <a:ext uri="{FF2B5EF4-FFF2-40B4-BE49-F238E27FC236}">
                      <a16:creationId xmlns:a16="http://schemas.microsoft.com/office/drawing/2014/main" id="{E459D9A0-42A3-114F-B84E-620BC98A6D0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28" y="3222"/>
                  <a:ext cx="12" cy="1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135" name="Line 598">
                  <a:extLst>
                    <a:ext uri="{FF2B5EF4-FFF2-40B4-BE49-F238E27FC236}">
                      <a16:creationId xmlns:a16="http://schemas.microsoft.com/office/drawing/2014/main" id="{EBB5B87F-5B07-0041-AF66-0A3D4186185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34" y="3216"/>
                  <a:ext cx="1" cy="12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136" name="Line 599">
                  <a:extLst>
                    <a:ext uri="{FF2B5EF4-FFF2-40B4-BE49-F238E27FC236}">
                      <a16:creationId xmlns:a16="http://schemas.microsoft.com/office/drawing/2014/main" id="{44D984F1-4E5C-AF49-AC3A-9B87D428BBA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720" y="3222"/>
                  <a:ext cx="13" cy="1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137" name="Line 600">
                  <a:extLst>
                    <a:ext uri="{FF2B5EF4-FFF2-40B4-BE49-F238E27FC236}">
                      <a16:creationId xmlns:a16="http://schemas.microsoft.com/office/drawing/2014/main" id="{476D3CCB-01E7-3842-AE1D-94ED4828311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727" y="3216"/>
                  <a:ext cx="1" cy="12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138" name="Rectangle 601">
                  <a:extLst>
                    <a:ext uri="{FF2B5EF4-FFF2-40B4-BE49-F238E27FC236}">
                      <a16:creationId xmlns:a16="http://schemas.microsoft.com/office/drawing/2014/main" id="{FAFF68C5-2B10-1A41-B072-4131CF52310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563" y="1835"/>
                  <a:ext cx="13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139" name="Line 602">
                  <a:extLst>
                    <a:ext uri="{FF2B5EF4-FFF2-40B4-BE49-F238E27FC236}">
                      <a16:creationId xmlns:a16="http://schemas.microsoft.com/office/drawing/2014/main" id="{2E87FCF9-0C5E-E646-9950-16944EECDEB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852" y="3222"/>
                  <a:ext cx="13" cy="1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140" name="Line 603">
                  <a:extLst>
                    <a:ext uri="{FF2B5EF4-FFF2-40B4-BE49-F238E27FC236}">
                      <a16:creationId xmlns:a16="http://schemas.microsoft.com/office/drawing/2014/main" id="{22481B3D-46FC-2242-BDEE-E0BD3DBBE14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859" y="3216"/>
                  <a:ext cx="1" cy="12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141" name="Line 604">
                  <a:extLst>
                    <a:ext uri="{FF2B5EF4-FFF2-40B4-BE49-F238E27FC236}">
                      <a16:creationId xmlns:a16="http://schemas.microsoft.com/office/drawing/2014/main" id="{919A032D-1CEA-6F4D-A9B1-347545ACE28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179" y="3222"/>
                  <a:ext cx="13" cy="1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142" name="Line 605">
                  <a:extLst>
                    <a:ext uri="{FF2B5EF4-FFF2-40B4-BE49-F238E27FC236}">
                      <a16:creationId xmlns:a16="http://schemas.microsoft.com/office/drawing/2014/main" id="{FD2B73B5-E244-8C4D-B0AC-4252AD2DB0E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185" y="3216"/>
                  <a:ext cx="1" cy="12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143" name="Rectangle 606">
                  <a:extLst>
                    <a:ext uri="{FF2B5EF4-FFF2-40B4-BE49-F238E27FC236}">
                      <a16:creationId xmlns:a16="http://schemas.microsoft.com/office/drawing/2014/main" id="{D6D7F05D-4040-1049-8420-00724FAD3D7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34" y="1835"/>
                  <a:ext cx="13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144" name="Rectangle 607">
                  <a:extLst>
                    <a:ext uri="{FF2B5EF4-FFF2-40B4-BE49-F238E27FC236}">
                      <a16:creationId xmlns:a16="http://schemas.microsoft.com/office/drawing/2014/main" id="{BB650FD9-40D6-3B4D-BDC3-E024A24F45A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154" y="1835"/>
                  <a:ext cx="12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11" name="Group 608">
                <a:extLst>
                  <a:ext uri="{FF2B5EF4-FFF2-40B4-BE49-F238E27FC236}">
                    <a16:creationId xmlns:a16="http://schemas.microsoft.com/office/drawing/2014/main" id="{1CB019C0-A6AD-2040-A6FF-504FE15295F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985" y="1835"/>
                <a:ext cx="2042" cy="1393"/>
                <a:chOff x="1985" y="1835"/>
                <a:chExt cx="2042" cy="1393"/>
              </a:xfrm>
            </p:grpSpPr>
            <p:sp>
              <p:nvSpPr>
                <p:cNvPr id="745" name="Rectangle 609">
                  <a:extLst>
                    <a:ext uri="{FF2B5EF4-FFF2-40B4-BE49-F238E27FC236}">
                      <a16:creationId xmlns:a16="http://schemas.microsoft.com/office/drawing/2014/main" id="{A1B31892-611F-4440-9DF3-395A489D56E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330" y="1835"/>
                  <a:ext cx="12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46" name="Rectangle 610">
                  <a:extLst>
                    <a:ext uri="{FF2B5EF4-FFF2-40B4-BE49-F238E27FC236}">
                      <a16:creationId xmlns:a16="http://schemas.microsoft.com/office/drawing/2014/main" id="{9F830101-CE28-A941-B80A-D530A4A67C5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474" y="1835"/>
                  <a:ext cx="13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47" name="Rectangle 611">
                  <a:extLst>
                    <a:ext uri="{FF2B5EF4-FFF2-40B4-BE49-F238E27FC236}">
                      <a16:creationId xmlns:a16="http://schemas.microsoft.com/office/drawing/2014/main" id="{FD98D982-A69C-0F48-ABB3-677F4B63058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588" y="1835"/>
                  <a:ext cx="12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48" name="Rectangle 612">
                  <a:extLst>
                    <a:ext uri="{FF2B5EF4-FFF2-40B4-BE49-F238E27FC236}">
                      <a16:creationId xmlns:a16="http://schemas.microsoft.com/office/drawing/2014/main" id="{D25177BE-EC10-684F-B34E-E3C0CC5BADE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682" y="1835"/>
                  <a:ext cx="12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49" name="Line 613">
                  <a:extLst>
                    <a:ext uri="{FF2B5EF4-FFF2-40B4-BE49-F238E27FC236}">
                      <a16:creationId xmlns:a16="http://schemas.microsoft.com/office/drawing/2014/main" id="{EEEE98F2-D2D9-1F49-816D-7D62B63880E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745" y="3222"/>
                  <a:ext cx="12" cy="1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50" name="Line 614">
                  <a:extLst>
                    <a:ext uri="{FF2B5EF4-FFF2-40B4-BE49-F238E27FC236}">
                      <a16:creationId xmlns:a16="http://schemas.microsoft.com/office/drawing/2014/main" id="{1A90DC24-A909-FD4E-83CC-BF36C8DAA6B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751" y="3216"/>
                  <a:ext cx="1" cy="12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51" name="Rectangle 615">
                  <a:extLst>
                    <a:ext uri="{FF2B5EF4-FFF2-40B4-BE49-F238E27FC236}">
                      <a16:creationId xmlns:a16="http://schemas.microsoft.com/office/drawing/2014/main" id="{FD57E29D-8B26-1C44-BB48-4CAC9457722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028" y="1835"/>
                  <a:ext cx="13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52" name="Rectangle 616">
                  <a:extLst>
                    <a:ext uri="{FF2B5EF4-FFF2-40B4-BE49-F238E27FC236}">
                      <a16:creationId xmlns:a16="http://schemas.microsoft.com/office/drawing/2014/main" id="{6721700C-2ADA-9640-8AE1-40C720B76D1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229" y="1835"/>
                  <a:ext cx="13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53" name="Line 617">
                  <a:extLst>
                    <a:ext uri="{FF2B5EF4-FFF2-40B4-BE49-F238E27FC236}">
                      <a16:creationId xmlns:a16="http://schemas.microsoft.com/office/drawing/2014/main" id="{78FAC5A6-C172-AA4D-86D3-D3CE0B9771C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386" y="3222"/>
                  <a:ext cx="13" cy="1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54" name="Line 618">
                  <a:extLst>
                    <a:ext uri="{FF2B5EF4-FFF2-40B4-BE49-F238E27FC236}">
                      <a16:creationId xmlns:a16="http://schemas.microsoft.com/office/drawing/2014/main" id="{B0E2B5A5-F958-5044-AA2A-8A30780670A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393" y="3216"/>
                  <a:ext cx="1" cy="12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55" name="Line 619">
                  <a:extLst>
                    <a:ext uri="{FF2B5EF4-FFF2-40B4-BE49-F238E27FC236}">
                      <a16:creationId xmlns:a16="http://schemas.microsoft.com/office/drawing/2014/main" id="{E71E4348-21A8-184E-B822-C6E04E922DB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091" y="3222"/>
                  <a:ext cx="13" cy="1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56" name="Line 620">
                  <a:extLst>
                    <a:ext uri="{FF2B5EF4-FFF2-40B4-BE49-F238E27FC236}">
                      <a16:creationId xmlns:a16="http://schemas.microsoft.com/office/drawing/2014/main" id="{FCBF2C32-17F4-0540-AAA2-39241C6D492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097" y="3216"/>
                  <a:ext cx="1" cy="12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57" name="Line 621">
                  <a:extLst>
                    <a:ext uri="{FF2B5EF4-FFF2-40B4-BE49-F238E27FC236}">
                      <a16:creationId xmlns:a16="http://schemas.microsoft.com/office/drawing/2014/main" id="{58DA733A-1257-7641-A822-5C23C8050E4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852" y="3222"/>
                  <a:ext cx="13" cy="1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58" name="Line 622">
                  <a:extLst>
                    <a:ext uri="{FF2B5EF4-FFF2-40B4-BE49-F238E27FC236}">
                      <a16:creationId xmlns:a16="http://schemas.microsoft.com/office/drawing/2014/main" id="{0C349749-B2BF-FA45-A26D-781F88D3F36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859" y="3216"/>
                  <a:ext cx="1" cy="12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59" name="Rectangle 623">
                  <a:extLst>
                    <a:ext uri="{FF2B5EF4-FFF2-40B4-BE49-F238E27FC236}">
                      <a16:creationId xmlns:a16="http://schemas.microsoft.com/office/drawing/2014/main" id="{09E16F81-A183-774A-BB22-E75D0951050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670" y="1835"/>
                  <a:ext cx="13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60" name="Rectangle 624">
                  <a:extLst>
                    <a:ext uri="{FF2B5EF4-FFF2-40B4-BE49-F238E27FC236}">
                      <a16:creationId xmlns:a16="http://schemas.microsoft.com/office/drawing/2014/main" id="{554361A8-8470-324D-961D-7C3CD55DCC6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40" y="1835"/>
                  <a:ext cx="13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61" name="Rectangle 625">
                  <a:extLst>
                    <a:ext uri="{FF2B5EF4-FFF2-40B4-BE49-F238E27FC236}">
                      <a16:creationId xmlns:a16="http://schemas.microsoft.com/office/drawing/2014/main" id="{DD78C475-2F71-2849-AA11-4A68E92D632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160" y="1835"/>
                  <a:ext cx="13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62" name="Line 626">
                  <a:extLst>
                    <a:ext uri="{FF2B5EF4-FFF2-40B4-BE49-F238E27FC236}">
                      <a16:creationId xmlns:a16="http://schemas.microsoft.com/office/drawing/2014/main" id="{2D614C1D-F2D6-B643-8553-3FBAC558469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330" y="3222"/>
                  <a:ext cx="12" cy="1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63" name="Line 627">
                  <a:extLst>
                    <a:ext uri="{FF2B5EF4-FFF2-40B4-BE49-F238E27FC236}">
                      <a16:creationId xmlns:a16="http://schemas.microsoft.com/office/drawing/2014/main" id="{710558B7-F179-984E-B265-A71A5A98134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336" y="3216"/>
                  <a:ext cx="1" cy="12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64" name="Rectangle 628">
                  <a:extLst>
                    <a:ext uri="{FF2B5EF4-FFF2-40B4-BE49-F238E27FC236}">
                      <a16:creationId xmlns:a16="http://schemas.microsoft.com/office/drawing/2014/main" id="{C38AFC00-0E33-904F-8AE6-05192941D5E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053" y="1835"/>
                  <a:ext cx="13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65" name="Rectangle 629">
                  <a:extLst>
                    <a:ext uri="{FF2B5EF4-FFF2-40B4-BE49-F238E27FC236}">
                      <a16:creationId xmlns:a16="http://schemas.microsoft.com/office/drawing/2014/main" id="{5504B61E-F7EB-5E4A-935A-3222D48C578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248" y="1835"/>
                  <a:ext cx="13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66" name="Line 630">
                  <a:extLst>
                    <a:ext uri="{FF2B5EF4-FFF2-40B4-BE49-F238E27FC236}">
                      <a16:creationId xmlns:a16="http://schemas.microsoft.com/office/drawing/2014/main" id="{79F8A16E-F8C7-D74A-95B6-63D9B803412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405" y="3222"/>
                  <a:ext cx="13" cy="1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67" name="Line 631">
                  <a:extLst>
                    <a:ext uri="{FF2B5EF4-FFF2-40B4-BE49-F238E27FC236}">
                      <a16:creationId xmlns:a16="http://schemas.microsoft.com/office/drawing/2014/main" id="{5132AC71-6086-7B4F-B359-6194ABB4468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412" y="3216"/>
                  <a:ext cx="1" cy="12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68" name="Line 632">
                  <a:extLst>
                    <a:ext uri="{FF2B5EF4-FFF2-40B4-BE49-F238E27FC236}">
                      <a16:creationId xmlns:a16="http://schemas.microsoft.com/office/drawing/2014/main" id="{66135833-B0ED-814A-8036-E07ABB53FAA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104" y="3222"/>
                  <a:ext cx="12" cy="1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69" name="Line 633">
                  <a:extLst>
                    <a:ext uri="{FF2B5EF4-FFF2-40B4-BE49-F238E27FC236}">
                      <a16:creationId xmlns:a16="http://schemas.microsoft.com/office/drawing/2014/main" id="{8C997EF0-184A-3444-89CA-0700F34CE59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110" y="3216"/>
                  <a:ext cx="1" cy="12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70" name="Line 634">
                  <a:extLst>
                    <a:ext uri="{FF2B5EF4-FFF2-40B4-BE49-F238E27FC236}">
                      <a16:creationId xmlns:a16="http://schemas.microsoft.com/office/drawing/2014/main" id="{8EC47185-9505-8741-A798-EA99B435201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865" y="3222"/>
                  <a:ext cx="12" cy="1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71" name="Line 635">
                  <a:extLst>
                    <a:ext uri="{FF2B5EF4-FFF2-40B4-BE49-F238E27FC236}">
                      <a16:creationId xmlns:a16="http://schemas.microsoft.com/office/drawing/2014/main" id="{2F9B585F-5D1B-9F4C-BA5A-295D00FA07B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871" y="3216"/>
                  <a:ext cx="1" cy="12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72" name="Line 636">
                  <a:extLst>
                    <a:ext uri="{FF2B5EF4-FFF2-40B4-BE49-F238E27FC236}">
                      <a16:creationId xmlns:a16="http://schemas.microsoft.com/office/drawing/2014/main" id="{5C95011E-9C9A-6D4A-BA6D-CC4EF4EE2F2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28" y="3222"/>
                  <a:ext cx="12" cy="1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73" name="Line 637">
                  <a:extLst>
                    <a:ext uri="{FF2B5EF4-FFF2-40B4-BE49-F238E27FC236}">
                      <a16:creationId xmlns:a16="http://schemas.microsoft.com/office/drawing/2014/main" id="{1390C1BC-F587-9446-84E4-D281AF6499C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34" y="3216"/>
                  <a:ext cx="1" cy="12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74" name="Rectangle 638">
                  <a:extLst>
                    <a:ext uri="{FF2B5EF4-FFF2-40B4-BE49-F238E27FC236}">
                      <a16:creationId xmlns:a16="http://schemas.microsoft.com/office/drawing/2014/main" id="{94101A33-6F85-1041-AAC5-948745399B1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34" y="1835"/>
                  <a:ext cx="13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75" name="Rectangle 639">
                  <a:extLst>
                    <a:ext uri="{FF2B5EF4-FFF2-40B4-BE49-F238E27FC236}">
                      <a16:creationId xmlns:a16="http://schemas.microsoft.com/office/drawing/2014/main" id="{493CFC18-39BD-6649-BD0F-933EE0CD850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154" y="1835"/>
                  <a:ext cx="12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76" name="Rectangle 640">
                  <a:extLst>
                    <a:ext uri="{FF2B5EF4-FFF2-40B4-BE49-F238E27FC236}">
                      <a16:creationId xmlns:a16="http://schemas.microsoft.com/office/drawing/2014/main" id="{2A5F6B8A-DEA7-C94E-92A7-8D774165E81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330" y="1835"/>
                  <a:ext cx="12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77" name="Rectangle 641">
                  <a:extLst>
                    <a:ext uri="{FF2B5EF4-FFF2-40B4-BE49-F238E27FC236}">
                      <a16:creationId xmlns:a16="http://schemas.microsoft.com/office/drawing/2014/main" id="{FA3A0817-C7BD-CA43-92EA-6D70BD7EACE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474" y="1835"/>
                  <a:ext cx="13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78" name="Rectangle 642">
                  <a:extLst>
                    <a:ext uri="{FF2B5EF4-FFF2-40B4-BE49-F238E27FC236}">
                      <a16:creationId xmlns:a16="http://schemas.microsoft.com/office/drawing/2014/main" id="{A5D5925F-2A64-4B4D-A463-4D575FDCD18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588" y="1835"/>
                  <a:ext cx="12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79" name="Rectangle 643">
                  <a:extLst>
                    <a:ext uri="{FF2B5EF4-FFF2-40B4-BE49-F238E27FC236}">
                      <a16:creationId xmlns:a16="http://schemas.microsoft.com/office/drawing/2014/main" id="{38EE6EEB-BF0C-6E4C-80E0-8D47565A46F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682" y="1835"/>
                  <a:ext cx="12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80" name="Rectangle 644">
                  <a:extLst>
                    <a:ext uri="{FF2B5EF4-FFF2-40B4-BE49-F238E27FC236}">
                      <a16:creationId xmlns:a16="http://schemas.microsoft.com/office/drawing/2014/main" id="{13F4EC0D-0B4B-1449-952F-99C55EC9F04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751" y="1835"/>
                  <a:ext cx="13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81" name="Rectangle 645">
                  <a:extLst>
                    <a:ext uri="{FF2B5EF4-FFF2-40B4-BE49-F238E27FC236}">
                      <a16:creationId xmlns:a16="http://schemas.microsoft.com/office/drawing/2014/main" id="{3844460C-68A5-024E-A275-5F34BB52A84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808" y="1835"/>
                  <a:ext cx="12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82" name="Rectangle 646">
                  <a:extLst>
                    <a:ext uri="{FF2B5EF4-FFF2-40B4-BE49-F238E27FC236}">
                      <a16:creationId xmlns:a16="http://schemas.microsoft.com/office/drawing/2014/main" id="{3C6BF657-2E1F-2C47-A327-1DE3039FFC0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858" y="1835"/>
                  <a:ext cx="12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83" name="Rectangle 647">
                  <a:extLst>
                    <a:ext uri="{FF2B5EF4-FFF2-40B4-BE49-F238E27FC236}">
                      <a16:creationId xmlns:a16="http://schemas.microsoft.com/office/drawing/2014/main" id="{28954DF1-7A0A-8A44-9F3E-2FF4436FC48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78" y="1835"/>
                  <a:ext cx="13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84" name="Line 648">
                  <a:extLst>
                    <a:ext uri="{FF2B5EF4-FFF2-40B4-BE49-F238E27FC236}">
                      <a16:creationId xmlns:a16="http://schemas.microsoft.com/office/drawing/2014/main" id="{C53388FA-CA92-2D4D-B394-33A93EFCDAA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179" y="3222"/>
                  <a:ext cx="13" cy="1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85" name="Line 649">
                  <a:extLst>
                    <a:ext uri="{FF2B5EF4-FFF2-40B4-BE49-F238E27FC236}">
                      <a16:creationId xmlns:a16="http://schemas.microsoft.com/office/drawing/2014/main" id="{F60980C6-7B50-9648-B18B-CF91327EADC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185" y="3216"/>
                  <a:ext cx="1" cy="12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86" name="Line 650">
                  <a:extLst>
                    <a:ext uri="{FF2B5EF4-FFF2-40B4-BE49-F238E27FC236}">
                      <a16:creationId xmlns:a16="http://schemas.microsoft.com/office/drawing/2014/main" id="{9D01B7B2-1E21-9146-8AF9-AE6DFB2E1A5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28" y="3222"/>
                  <a:ext cx="12" cy="1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87" name="Line 651">
                  <a:extLst>
                    <a:ext uri="{FF2B5EF4-FFF2-40B4-BE49-F238E27FC236}">
                      <a16:creationId xmlns:a16="http://schemas.microsoft.com/office/drawing/2014/main" id="{B649BC83-3DD7-A949-911D-4B536CE87B8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34" y="3216"/>
                  <a:ext cx="1" cy="12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88" name="Rectangle 652">
                  <a:extLst>
                    <a:ext uri="{FF2B5EF4-FFF2-40B4-BE49-F238E27FC236}">
                      <a16:creationId xmlns:a16="http://schemas.microsoft.com/office/drawing/2014/main" id="{D440D484-37F7-B84E-8E4C-0080D58A4EC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727" y="1835"/>
                  <a:ext cx="12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89" name="Line 653">
                  <a:extLst>
                    <a:ext uri="{FF2B5EF4-FFF2-40B4-BE49-F238E27FC236}">
                      <a16:creationId xmlns:a16="http://schemas.microsoft.com/office/drawing/2014/main" id="{15E42EF3-E88A-A14E-95E0-F629B0A253E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450" y="3222"/>
                  <a:ext cx="13" cy="1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90" name="Line 654">
                  <a:extLst>
                    <a:ext uri="{FF2B5EF4-FFF2-40B4-BE49-F238E27FC236}">
                      <a16:creationId xmlns:a16="http://schemas.microsoft.com/office/drawing/2014/main" id="{CDA31519-BDF3-9942-84AE-DAA816B789C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456" y="3216"/>
                  <a:ext cx="1" cy="12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91" name="Rectangle 655">
                  <a:extLst>
                    <a:ext uri="{FF2B5EF4-FFF2-40B4-BE49-F238E27FC236}">
                      <a16:creationId xmlns:a16="http://schemas.microsoft.com/office/drawing/2014/main" id="{15AB1BFC-1CE3-8842-9F16-4012A5ABEDB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758" y="1835"/>
                  <a:ext cx="13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92" name="Rectangle 656">
                  <a:extLst>
                    <a:ext uri="{FF2B5EF4-FFF2-40B4-BE49-F238E27FC236}">
                      <a16:creationId xmlns:a16="http://schemas.microsoft.com/office/drawing/2014/main" id="{3FE043BF-EA20-D143-B0E5-CD63850F5AA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016" y="1835"/>
                  <a:ext cx="12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93" name="Rectangle 657">
                  <a:extLst>
                    <a:ext uri="{FF2B5EF4-FFF2-40B4-BE49-F238E27FC236}">
                      <a16:creationId xmlns:a16="http://schemas.microsoft.com/office/drawing/2014/main" id="{E7D6C87C-76BB-7B49-BA6D-3203C783A23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223" y="1835"/>
                  <a:ext cx="13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94" name="Rectangle 658">
                  <a:extLst>
                    <a:ext uri="{FF2B5EF4-FFF2-40B4-BE49-F238E27FC236}">
                      <a16:creationId xmlns:a16="http://schemas.microsoft.com/office/drawing/2014/main" id="{D7DA7BD5-82D2-944C-AB1C-7401805D242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386" y="1835"/>
                  <a:ext cx="13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95" name="Rectangle 659">
                  <a:extLst>
                    <a:ext uri="{FF2B5EF4-FFF2-40B4-BE49-F238E27FC236}">
                      <a16:creationId xmlns:a16="http://schemas.microsoft.com/office/drawing/2014/main" id="{710618DD-0E8B-B54D-A896-EEAA21846E1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518" y="1835"/>
                  <a:ext cx="13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96" name="Rectangle 660">
                  <a:extLst>
                    <a:ext uri="{FF2B5EF4-FFF2-40B4-BE49-F238E27FC236}">
                      <a16:creationId xmlns:a16="http://schemas.microsoft.com/office/drawing/2014/main" id="{6729E21A-560F-474D-8821-2414AF70F14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625" y="1835"/>
                  <a:ext cx="13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97" name="Rectangle 661">
                  <a:extLst>
                    <a:ext uri="{FF2B5EF4-FFF2-40B4-BE49-F238E27FC236}">
                      <a16:creationId xmlns:a16="http://schemas.microsoft.com/office/drawing/2014/main" id="{4C360192-20E9-1E48-B777-08F681E49E1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185" y="1835"/>
                  <a:ext cx="13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98" name="Rectangle 662">
                  <a:extLst>
                    <a:ext uri="{FF2B5EF4-FFF2-40B4-BE49-F238E27FC236}">
                      <a16:creationId xmlns:a16="http://schemas.microsoft.com/office/drawing/2014/main" id="{00348A37-ADA3-3A4E-92FA-6914556055A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361" y="1835"/>
                  <a:ext cx="13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99" name="Rectangle 663">
                  <a:extLst>
                    <a:ext uri="{FF2B5EF4-FFF2-40B4-BE49-F238E27FC236}">
                      <a16:creationId xmlns:a16="http://schemas.microsoft.com/office/drawing/2014/main" id="{6BA7C46F-0D83-D840-B223-9D0006BB1CA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154" y="1835"/>
                  <a:ext cx="12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800" name="Rectangle 664">
                  <a:extLst>
                    <a:ext uri="{FF2B5EF4-FFF2-40B4-BE49-F238E27FC236}">
                      <a16:creationId xmlns:a16="http://schemas.microsoft.com/office/drawing/2014/main" id="{6AFB4EDF-E817-A743-9F07-A907F46DAE6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78" y="1835"/>
                  <a:ext cx="13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801" name="Rectangle 665">
                  <a:extLst>
                    <a:ext uri="{FF2B5EF4-FFF2-40B4-BE49-F238E27FC236}">
                      <a16:creationId xmlns:a16="http://schemas.microsoft.com/office/drawing/2014/main" id="{BF8E56F4-086E-7D4F-9D7F-BBCC3150C39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185" y="1835"/>
                  <a:ext cx="13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802" name="Rectangle 666">
                  <a:extLst>
                    <a:ext uri="{FF2B5EF4-FFF2-40B4-BE49-F238E27FC236}">
                      <a16:creationId xmlns:a16="http://schemas.microsoft.com/office/drawing/2014/main" id="{0947506E-4EA3-5B44-B244-C5667A1D012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361" y="1835"/>
                  <a:ext cx="13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803" name="Rectangle 667">
                  <a:extLst>
                    <a:ext uri="{FF2B5EF4-FFF2-40B4-BE49-F238E27FC236}">
                      <a16:creationId xmlns:a16="http://schemas.microsoft.com/office/drawing/2014/main" id="{5D653A9B-B744-E245-ACE8-C1789AB012E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493" y="1835"/>
                  <a:ext cx="13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804" name="Rectangle 668">
                  <a:extLst>
                    <a:ext uri="{FF2B5EF4-FFF2-40B4-BE49-F238E27FC236}">
                      <a16:creationId xmlns:a16="http://schemas.microsoft.com/office/drawing/2014/main" id="{DB7831A7-D2C6-A445-A6E5-B7119D864F7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606" y="1835"/>
                  <a:ext cx="13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805" name="Rectangle 669">
                  <a:extLst>
                    <a:ext uri="{FF2B5EF4-FFF2-40B4-BE49-F238E27FC236}">
                      <a16:creationId xmlns:a16="http://schemas.microsoft.com/office/drawing/2014/main" id="{DF33FFBD-3FA6-A64D-998F-178301FEC18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694" y="1835"/>
                  <a:ext cx="13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806" name="Rectangle 670">
                  <a:extLst>
                    <a:ext uri="{FF2B5EF4-FFF2-40B4-BE49-F238E27FC236}">
                      <a16:creationId xmlns:a16="http://schemas.microsoft.com/office/drawing/2014/main" id="{9ABFD1D2-3E6E-3E4C-823D-191C7DFC2C1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764" y="1835"/>
                  <a:ext cx="12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807" name="Rectangle 671">
                  <a:extLst>
                    <a:ext uri="{FF2B5EF4-FFF2-40B4-BE49-F238E27FC236}">
                      <a16:creationId xmlns:a16="http://schemas.microsoft.com/office/drawing/2014/main" id="{69C8E640-F074-6D4C-85F1-D9F25E5C74D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820" y="1835"/>
                  <a:ext cx="13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808" name="Rectangle 672">
                  <a:extLst>
                    <a:ext uri="{FF2B5EF4-FFF2-40B4-BE49-F238E27FC236}">
                      <a16:creationId xmlns:a16="http://schemas.microsoft.com/office/drawing/2014/main" id="{6BCD7023-FCCA-D54E-8F76-183043F5960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864" y="1835"/>
                  <a:ext cx="13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809" name="Rectangle 673">
                  <a:extLst>
                    <a:ext uri="{FF2B5EF4-FFF2-40B4-BE49-F238E27FC236}">
                      <a16:creationId xmlns:a16="http://schemas.microsoft.com/office/drawing/2014/main" id="{CD4DF700-D8E8-274B-9B26-7B104F9CB19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78" y="1835"/>
                  <a:ext cx="13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810" name="Line 674">
                  <a:extLst>
                    <a:ext uri="{FF2B5EF4-FFF2-40B4-BE49-F238E27FC236}">
                      <a16:creationId xmlns:a16="http://schemas.microsoft.com/office/drawing/2014/main" id="{2120FBDB-2BBD-BC4D-A84F-654AE2F988C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179" y="3222"/>
                  <a:ext cx="13" cy="1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811" name="Line 675">
                  <a:extLst>
                    <a:ext uri="{FF2B5EF4-FFF2-40B4-BE49-F238E27FC236}">
                      <a16:creationId xmlns:a16="http://schemas.microsoft.com/office/drawing/2014/main" id="{8C5F3597-EF95-F842-99EA-33AB6F85BB9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185" y="3216"/>
                  <a:ext cx="1" cy="12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812" name="Line 676">
                  <a:extLst>
                    <a:ext uri="{FF2B5EF4-FFF2-40B4-BE49-F238E27FC236}">
                      <a16:creationId xmlns:a16="http://schemas.microsoft.com/office/drawing/2014/main" id="{DDD30B33-6673-8E4D-8ED6-9C6827AF9BA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72" y="3222"/>
                  <a:ext cx="12" cy="1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813" name="Line 677">
                  <a:extLst>
                    <a:ext uri="{FF2B5EF4-FFF2-40B4-BE49-F238E27FC236}">
                      <a16:creationId xmlns:a16="http://schemas.microsoft.com/office/drawing/2014/main" id="{D7507889-D10C-5B4D-9ADE-42538F28745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78" y="3216"/>
                  <a:ext cx="1" cy="12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814" name="Line 678">
                  <a:extLst>
                    <a:ext uri="{FF2B5EF4-FFF2-40B4-BE49-F238E27FC236}">
                      <a16:creationId xmlns:a16="http://schemas.microsoft.com/office/drawing/2014/main" id="{9B08A09C-0582-3442-AD9D-436AE01E8B6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752" y="3222"/>
                  <a:ext cx="12" cy="1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815" name="Line 679">
                  <a:extLst>
                    <a:ext uri="{FF2B5EF4-FFF2-40B4-BE49-F238E27FC236}">
                      <a16:creationId xmlns:a16="http://schemas.microsoft.com/office/drawing/2014/main" id="{B0C89BDE-FC0A-5748-9D9B-2FEFCFCCDF5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758" y="3216"/>
                  <a:ext cx="1" cy="12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816" name="Line 680">
                  <a:extLst>
                    <a:ext uri="{FF2B5EF4-FFF2-40B4-BE49-F238E27FC236}">
                      <a16:creationId xmlns:a16="http://schemas.microsoft.com/office/drawing/2014/main" id="{323A23AD-C5CD-EF4E-AF96-47525CB5F62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582" y="3222"/>
                  <a:ext cx="13" cy="1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817" name="Line 681">
                  <a:extLst>
                    <a:ext uri="{FF2B5EF4-FFF2-40B4-BE49-F238E27FC236}">
                      <a16:creationId xmlns:a16="http://schemas.microsoft.com/office/drawing/2014/main" id="{B1BDC0ED-6F64-C645-A484-05A3FD259FE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588" y="3216"/>
                  <a:ext cx="1" cy="12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818" name="Line 682">
                  <a:extLst>
                    <a:ext uri="{FF2B5EF4-FFF2-40B4-BE49-F238E27FC236}">
                      <a16:creationId xmlns:a16="http://schemas.microsoft.com/office/drawing/2014/main" id="{A7167C44-AAB1-5A48-AE42-838CCFC1FB5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450" y="3222"/>
                  <a:ext cx="13" cy="1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819" name="Line 683">
                  <a:extLst>
                    <a:ext uri="{FF2B5EF4-FFF2-40B4-BE49-F238E27FC236}">
                      <a16:creationId xmlns:a16="http://schemas.microsoft.com/office/drawing/2014/main" id="{04169100-B6BC-4741-B5B5-221EF3543B0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456" y="3216"/>
                  <a:ext cx="1" cy="12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820" name="Line 684">
                  <a:extLst>
                    <a:ext uri="{FF2B5EF4-FFF2-40B4-BE49-F238E27FC236}">
                      <a16:creationId xmlns:a16="http://schemas.microsoft.com/office/drawing/2014/main" id="{9BAC4204-A1F7-9D45-863E-C31B6A92CB8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337" y="3222"/>
                  <a:ext cx="13" cy="1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821" name="Line 685">
                  <a:extLst>
                    <a:ext uri="{FF2B5EF4-FFF2-40B4-BE49-F238E27FC236}">
                      <a16:creationId xmlns:a16="http://schemas.microsoft.com/office/drawing/2014/main" id="{1DF66926-BC81-1D42-9B2C-F1DDBE0AD94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343" y="3216"/>
                  <a:ext cx="1" cy="12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822" name="Rectangle 686">
                  <a:extLst>
                    <a:ext uri="{FF2B5EF4-FFF2-40B4-BE49-F238E27FC236}">
                      <a16:creationId xmlns:a16="http://schemas.microsoft.com/office/drawing/2014/main" id="{0A8B3673-9742-4A4C-B76C-A9A8F9F4C0A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758" y="1835"/>
                  <a:ext cx="13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823" name="Rectangle 687">
                  <a:extLst>
                    <a:ext uri="{FF2B5EF4-FFF2-40B4-BE49-F238E27FC236}">
                      <a16:creationId xmlns:a16="http://schemas.microsoft.com/office/drawing/2014/main" id="{FF1F50F1-2667-6745-B692-EA9F8352F7B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016" y="1835"/>
                  <a:ext cx="12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824" name="Rectangle 688">
                  <a:extLst>
                    <a:ext uri="{FF2B5EF4-FFF2-40B4-BE49-F238E27FC236}">
                      <a16:creationId xmlns:a16="http://schemas.microsoft.com/office/drawing/2014/main" id="{1EBADCFD-41A2-6C44-93E8-C3290D9E2F8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223" y="1835"/>
                  <a:ext cx="13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825" name="Rectangle 689">
                  <a:extLst>
                    <a:ext uri="{FF2B5EF4-FFF2-40B4-BE49-F238E27FC236}">
                      <a16:creationId xmlns:a16="http://schemas.microsoft.com/office/drawing/2014/main" id="{152DB299-0A6F-5542-84C3-4C091964BB0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386" y="1835"/>
                  <a:ext cx="13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826" name="Rectangle 690">
                  <a:extLst>
                    <a:ext uri="{FF2B5EF4-FFF2-40B4-BE49-F238E27FC236}">
                      <a16:creationId xmlns:a16="http://schemas.microsoft.com/office/drawing/2014/main" id="{33498EF5-BC6D-B044-9EA7-9F13D40FA8E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518" y="1835"/>
                  <a:ext cx="13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827" name="Rectangle 691">
                  <a:extLst>
                    <a:ext uri="{FF2B5EF4-FFF2-40B4-BE49-F238E27FC236}">
                      <a16:creationId xmlns:a16="http://schemas.microsoft.com/office/drawing/2014/main" id="{E9878DB6-4810-BE49-B801-03FA6795676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625" y="1835"/>
                  <a:ext cx="13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828" name="Rectangle 692">
                  <a:extLst>
                    <a:ext uri="{FF2B5EF4-FFF2-40B4-BE49-F238E27FC236}">
                      <a16:creationId xmlns:a16="http://schemas.microsoft.com/office/drawing/2014/main" id="{A6DDBAC7-9812-E34B-B84A-EEF0E32D2B0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707" y="1835"/>
                  <a:ext cx="13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829" name="Rectangle 693">
                  <a:extLst>
                    <a:ext uri="{FF2B5EF4-FFF2-40B4-BE49-F238E27FC236}">
                      <a16:creationId xmlns:a16="http://schemas.microsoft.com/office/drawing/2014/main" id="{EE6E3360-A1B8-D14A-9B65-FEFCB2798CC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776" y="1835"/>
                  <a:ext cx="13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830" name="Rectangle 694">
                  <a:extLst>
                    <a:ext uri="{FF2B5EF4-FFF2-40B4-BE49-F238E27FC236}">
                      <a16:creationId xmlns:a16="http://schemas.microsoft.com/office/drawing/2014/main" id="{672883E3-BBC0-9E43-810A-38FC7D6D361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826" y="1835"/>
                  <a:ext cx="13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831" name="Rectangle 695">
                  <a:extLst>
                    <a:ext uri="{FF2B5EF4-FFF2-40B4-BE49-F238E27FC236}">
                      <a16:creationId xmlns:a16="http://schemas.microsoft.com/office/drawing/2014/main" id="{ECDFAE00-99BE-F442-AE8E-7A1EDCE9AE0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870" y="1835"/>
                  <a:ext cx="13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832" name="Rectangle 696">
                  <a:extLst>
                    <a:ext uri="{FF2B5EF4-FFF2-40B4-BE49-F238E27FC236}">
                      <a16:creationId xmlns:a16="http://schemas.microsoft.com/office/drawing/2014/main" id="{0268D293-03B4-1148-B00A-FE7C6B4FC38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908" y="1835"/>
                  <a:ext cx="13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833" name="Rectangle 697">
                  <a:extLst>
                    <a:ext uri="{FF2B5EF4-FFF2-40B4-BE49-F238E27FC236}">
                      <a16:creationId xmlns:a16="http://schemas.microsoft.com/office/drawing/2014/main" id="{D84ACFB4-5288-F941-8A1A-C8559BD650E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933" y="1835"/>
                  <a:ext cx="13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834" name="Rectangle 698">
                  <a:extLst>
                    <a:ext uri="{FF2B5EF4-FFF2-40B4-BE49-F238E27FC236}">
                      <a16:creationId xmlns:a16="http://schemas.microsoft.com/office/drawing/2014/main" id="{2A59E798-94F4-5E45-B85F-3CE91CC3A42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952" y="1835"/>
                  <a:ext cx="13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835" name="Rectangle 699">
                  <a:extLst>
                    <a:ext uri="{FF2B5EF4-FFF2-40B4-BE49-F238E27FC236}">
                      <a16:creationId xmlns:a16="http://schemas.microsoft.com/office/drawing/2014/main" id="{F308DD00-749C-FE41-8ABC-4D50C3044E4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971" y="1835"/>
                  <a:ext cx="12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836" name="Rectangle 700">
                  <a:extLst>
                    <a:ext uri="{FF2B5EF4-FFF2-40B4-BE49-F238E27FC236}">
                      <a16:creationId xmlns:a16="http://schemas.microsoft.com/office/drawing/2014/main" id="{9AF309A9-4D53-6D44-BD3C-2E7D9AE8117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983" y="1835"/>
                  <a:ext cx="13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837" name="Rectangle 701">
                  <a:extLst>
                    <a:ext uri="{FF2B5EF4-FFF2-40B4-BE49-F238E27FC236}">
                      <a16:creationId xmlns:a16="http://schemas.microsoft.com/office/drawing/2014/main" id="{75412D13-5AEC-204D-B5ED-B9100A42063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996" y="1835"/>
                  <a:ext cx="13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838" name="Rectangle 702">
                  <a:extLst>
                    <a:ext uri="{FF2B5EF4-FFF2-40B4-BE49-F238E27FC236}">
                      <a16:creationId xmlns:a16="http://schemas.microsoft.com/office/drawing/2014/main" id="{663078E3-C38B-5045-92A5-3E1E9972E63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009" y="1835"/>
                  <a:ext cx="12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839" name="Rectangle 703">
                  <a:extLst>
                    <a:ext uri="{FF2B5EF4-FFF2-40B4-BE49-F238E27FC236}">
                      <a16:creationId xmlns:a16="http://schemas.microsoft.com/office/drawing/2014/main" id="{845C5CC0-D8FA-DC40-9E01-6D816C33A6C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015" y="1835"/>
                  <a:ext cx="12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840" name="Rectangle 704">
                  <a:extLst>
                    <a:ext uri="{FF2B5EF4-FFF2-40B4-BE49-F238E27FC236}">
                      <a16:creationId xmlns:a16="http://schemas.microsoft.com/office/drawing/2014/main" id="{7E35F33B-0C96-3443-B91B-CD6132C3F41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78" y="1835"/>
                  <a:ext cx="13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841" name="Rectangle 705">
                  <a:extLst>
                    <a:ext uri="{FF2B5EF4-FFF2-40B4-BE49-F238E27FC236}">
                      <a16:creationId xmlns:a16="http://schemas.microsoft.com/office/drawing/2014/main" id="{F2E005EE-99B5-1944-B329-1F2C15FD943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185" y="1835"/>
                  <a:ext cx="13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842" name="Rectangle 706">
                  <a:extLst>
                    <a:ext uri="{FF2B5EF4-FFF2-40B4-BE49-F238E27FC236}">
                      <a16:creationId xmlns:a16="http://schemas.microsoft.com/office/drawing/2014/main" id="{889599F8-9FD6-E842-B8F9-0D351E2E4F6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361" y="1835"/>
                  <a:ext cx="13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843" name="Line 707">
                  <a:extLst>
                    <a:ext uri="{FF2B5EF4-FFF2-40B4-BE49-F238E27FC236}">
                      <a16:creationId xmlns:a16="http://schemas.microsoft.com/office/drawing/2014/main" id="{C0ABC764-5AA7-0546-9304-FA7D52B3025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487" y="3222"/>
                  <a:ext cx="13" cy="1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844" name="Line 708">
                  <a:extLst>
                    <a:ext uri="{FF2B5EF4-FFF2-40B4-BE49-F238E27FC236}">
                      <a16:creationId xmlns:a16="http://schemas.microsoft.com/office/drawing/2014/main" id="{CE6521D1-DEC9-BF43-9BF7-0C6BCD2ACF2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493" y="3216"/>
                  <a:ext cx="1" cy="12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845" name="Line 709">
                  <a:extLst>
                    <a:ext uri="{FF2B5EF4-FFF2-40B4-BE49-F238E27FC236}">
                      <a16:creationId xmlns:a16="http://schemas.microsoft.com/office/drawing/2014/main" id="{0E0FF375-AD26-C145-BD28-8A166A1C440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72" y="3222"/>
                  <a:ext cx="12" cy="1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846" name="Line 710">
                  <a:extLst>
                    <a:ext uri="{FF2B5EF4-FFF2-40B4-BE49-F238E27FC236}">
                      <a16:creationId xmlns:a16="http://schemas.microsoft.com/office/drawing/2014/main" id="{7A9D0290-1042-1F44-8A5F-7EC1319906B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78" y="3216"/>
                  <a:ext cx="1" cy="12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847" name="Line 711">
                  <a:extLst>
                    <a:ext uri="{FF2B5EF4-FFF2-40B4-BE49-F238E27FC236}">
                      <a16:creationId xmlns:a16="http://schemas.microsoft.com/office/drawing/2014/main" id="{48E2370B-D320-6447-814D-9C7D215B971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752" y="3222"/>
                  <a:ext cx="12" cy="1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848" name="Line 712">
                  <a:extLst>
                    <a:ext uri="{FF2B5EF4-FFF2-40B4-BE49-F238E27FC236}">
                      <a16:creationId xmlns:a16="http://schemas.microsoft.com/office/drawing/2014/main" id="{FA1A14DB-2770-534D-9169-24CE1525971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758" y="3216"/>
                  <a:ext cx="1" cy="12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849" name="Line 713">
                  <a:extLst>
                    <a:ext uri="{FF2B5EF4-FFF2-40B4-BE49-F238E27FC236}">
                      <a16:creationId xmlns:a16="http://schemas.microsoft.com/office/drawing/2014/main" id="{FB6EC030-B1A9-ED4E-B1B3-DC9E3525C61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72" y="3222"/>
                  <a:ext cx="12" cy="1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850" name="Line 714">
                  <a:extLst>
                    <a:ext uri="{FF2B5EF4-FFF2-40B4-BE49-F238E27FC236}">
                      <a16:creationId xmlns:a16="http://schemas.microsoft.com/office/drawing/2014/main" id="{6E429385-7D5C-794A-8920-B79375D79E0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78" y="3216"/>
                  <a:ext cx="1" cy="12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851" name="Line 715">
                  <a:extLst>
                    <a:ext uri="{FF2B5EF4-FFF2-40B4-BE49-F238E27FC236}">
                      <a16:creationId xmlns:a16="http://schemas.microsoft.com/office/drawing/2014/main" id="{95D0A047-B9AB-1D4D-B4B3-9E53E5D5584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752" y="3222"/>
                  <a:ext cx="12" cy="1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852" name="Line 716">
                  <a:extLst>
                    <a:ext uri="{FF2B5EF4-FFF2-40B4-BE49-F238E27FC236}">
                      <a16:creationId xmlns:a16="http://schemas.microsoft.com/office/drawing/2014/main" id="{2BD94B68-BD66-7444-9C48-1A118969E68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758" y="3216"/>
                  <a:ext cx="1" cy="12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853" name="Rectangle 717">
                  <a:extLst>
                    <a:ext uri="{FF2B5EF4-FFF2-40B4-BE49-F238E27FC236}">
                      <a16:creationId xmlns:a16="http://schemas.microsoft.com/office/drawing/2014/main" id="{B43078E6-2457-0349-9926-4D7B4087B0E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185" y="1835"/>
                  <a:ext cx="13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854" name="Rectangle 718">
                  <a:extLst>
                    <a:ext uri="{FF2B5EF4-FFF2-40B4-BE49-F238E27FC236}">
                      <a16:creationId xmlns:a16="http://schemas.microsoft.com/office/drawing/2014/main" id="{456AA2AC-05E6-E740-97C4-785DC878E32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361" y="1835"/>
                  <a:ext cx="13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855" name="Rectangle 719">
                  <a:extLst>
                    <a:ext uri="{FF2B5EF4-FFF2-40B4-BE49-F238E27FC236}">
                      <a16:creationId xmlns:a16="http://schemas.microsoft.com/office/drawing/2014/main" id="{35470E0B-899D-564F-B437-764D6487803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493" y="1835"/>
                  <a:ext cx="13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856" name="Rectangle 720">
                  <a:extLst>
                    <a:ext uri="{FF2B5EF4-FFF2-40B4-BE49-F238E27FC236}">
                      <a16:creationId xmlns:a16="http://schemas.microsoft.com/office/drawing/2014/main" id="{404BB511-D253-B148-B0FF-FBDFC7389C2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185" y="1835"/>
                  <a:ext cx="13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857" name="Line 721">
                  <a:extLst>
                    <a:ext uri="{FF2B5EF4-FFF2-40B4-BE49-F238E27FC236}">
                      <a16:creationId xmlns:a16="http://schemas.microsoft.com/office/drawing/2014/main" id="{18CD56CA-DF2B-4541-8B3E-469FCB8C5F7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355" y="3222"/>
                  <a:ext cx="13" cy="1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858" name="Line 722">
                  <a:extLst>
                    <a:ext uri="{FF2B5EF4-FFF2-40B4-BE49-F238E27FC236}">
                      <a16:creationId xmlns:a16="http://schemas.microsoft.com/office/drawing/2014/main" id="{2BC45974-F8B5-214B-802B-2CD41FF16D6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361" y="3216"/>
                  <a:ext cx="1" cy="12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859" name="Rectangle 723">
                  <a:extLst>
                    <a:ext uri="{FF2B5EF4-FFF2-40B4-BE49-F238E27FC236}">
                      <a16:creationId xmlns:a16="http://schemas.microsoft.com/office/drawing/2014/main" id="{7587DA52-CDB0-2F43-9C64-F5A507D55E9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066" y="1835"/>
                  <a:ext cx="13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860" name="Rectangle 724">
                  <a:extLst>
                    <a:ext uri="{FF2B5EF4-FFF2-40B4-BE49-F238E27FC236}">
                      <a16:creationId xmlns:a16="http://schemas.microsoft.com/office/drawing/2014/main" id="{F1A1DB1B-B90D-A14F-A009-436EDF9F327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261" y="1835"/>
                  <a:ext cx="12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861" name="Rectangle 725">
                  <a:extLst>
                    <a:ext uri="{FF2B5EF4-FFF2-40B4-BE49-F238E27FC236}">
                      <a16:creationId xmlns:a16="http://schemas.microsoft.com/office/drawing/2014/main" id="{171F7092-72A0-BB44-843E-7CEB0DFDB1C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418" y="1835"/>
                  <a:ext cx="12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862" name="Rectangle 726">
                  <a:extLst>
                    <a:ext uri="{FF2B5EF4-FFF2-40B4-BE49-F238E27FC236}">
                      <a16:creationId xmlns:a16="http://schemas.microsoft.com/office/drawing/2014/main" id="{56C0934E-FDFB-7249-B109-D4DE0598744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544" y="1835"/>
                  <a:ext cx="12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863" name="Rectangle 727">
                  <a:extLst>
                    <a:ext uri="{FF2B5EF4-FFF2-40B4-BE49-F238E27FC236}">
                      <a16:creationId xmlns:a16="http://schemas.microsoft.com/office/drawing/2014/main" id="{EFE4255B-1F07-6C42-B3CF-81158223CEA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644" y="1835"/>
                  <a:ext cx="13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864" name="Rectangle 728">
                  <a:extLst>
                    <a:ext uri="{FF2B5EF4-FFF2-40B4-BE49-F238E27FC236}">
                      <a16:creationId xmlns:a16="http://schemas.microsoft.com/office/drawing/2014/main" id="{126EAC01-DCA6-864F-BB47-BED93ACFB5A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726" y="1835"/>
                  <a:ext cx="12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865" name="Rectangle 729">
                  <a:extLst>
                    <a:ext uri="{FF2B5EF4-FFF2-40B4-BE49-F238E27FC236}">
                      <a16:creationId xmlns:a16="http://schemas.microsoft.com/office/drawing/2014/main" id="{59E37D7E-B10D-654D-B95D-6195CFBAF94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789" y="1835"/>
                  <a:ext cx="12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866" name="Rectangle 730">
                  <a:extLst>
                    <a:ext uri="{FF2B5EF4-FFF2-40B4-BE49-F238E27FC236}">
                      <a16:creationId xmlns:a16="http://schemas.microsoft.com/office/drawing/2014/main" id="{6E773698-BED5-D844-BBD6-FFABE397CEC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588" y="1835"/>
                  <a:ext cx="13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867" name="Line 731">
                  <a:extLst>
                    <a:ext uri="{FF2B5EF4-FFF2-40B4-BE49-F238E27FC236}">
                      <a16:creationId xmlns:a16="http://schemas.microsoft.com/office/drawing/2014/main" id="{F67F8B9E-F97B-C443-8FA4-65477D6DC49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72" y="3222"/>
                  <a:ext cx="12" cy="1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868" name="Line 732">
                  <a:extLst>
                    <a:ext uri="{FF2B5EF4-FFF2-40B4-BE49-F238E27FC236}">
                      <a16:creationId xmlns:a16="http://schemas.microsoft.com/office/drawing/2014/main" id="{5D82B57C-FBAC-F845-86CC-A53E0B8FC69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78" y="3216"/>
                  <a:ext cx="1" cy="12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869" name="Rectangle 733">
                  <a:extLst>
                    <a:ext uri="{FF2B5EF4-FFF2-40B4-BE49-F238E27FC236}">
                      <a16:creationId xmlns:a16="http://schemas.microsoft.com/office/drawing/2014/main" id="{C2CEF14D-B256-284D-95AD-5B37BBB7555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758" y="1835"/>
                  <a:ext cx="13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870" name="Rectangle 734">
                  <a:extLst>
                    <a:ext uri="{FF2B5EF4-FFF2-40B4-BE49-F238E27FC236}">
                      <a16:creationId xmlns:a16="http://schemas.microsoft.com/office/drawing/2014/main" id="{99DB41BA-7AE4-414D-BE5C-FB3265A44F9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78" y="1835"/>
                  <a:ext cx="13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871" name="Rectangle 735">
                  <a:extLst>
                    <a:ext uri="{FF2B5EF4-FFF2-40B4-BE49-F238E27FC236}">
                      <a16:creationId xmlns:a16="http://schemas.microsoft.com/office/drawing/2014/main" id="{642A6C51-9EFD-DA45-ACB2-5F7EC6EDAC2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185" y="1835"/>
                  <a:ext cx="13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872" name="Line 736">
                  <a:extLst>
                    <a:ext uri="{FF2B5EF4-FFF2-40B4-BE49-F238E27FC236}">
                      <a16:creationId xmlns:a16="http://schemas.microsoft.com/office/drawing/2014/main" id="{063BFFC3-37CA-5941-B96D-6B8623AB216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469" y="3222"/>
                  <a:ext cx="12" cy="1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873" name="Line 737">
                  <a:extLst>
                    <a:ext uri="{FF2B5EF4-FFF2-40B4-BE49-F238E27FC236}">
                      <a16:creationId xmlns:a16="http://schemas.microsoft.com/office/drawing/2014/main" id="{C736867D-8065-C346-BC7F-6CEEE20B173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475" y="3216"/>
                  <a:ext cx="1" cy="12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874" name="Line 738">
                  <a:extLst>
                    <a:ext uri="{FF2B5EF4-FFF2-40B4-BE49-F238E27FC236}">
                      <a16:creationId xmlns:a16="http://schemas.microsoft.com/office/drawing/2014/main" id="{24D31012-E54E-2648-A0E3-AEFAA7DDB46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356" y="3222"/>
                  <a:ext cx="12" cy="1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875" name="Line 739">
                  <a:extLst>
                    <a:ext uri="{FF2B5EF4-FFF2-40B4-BE49-F238E27FC236}">
                      <a16:creationId xmlns:a16="http://schemas.microsoft.com/office/drawing/2014/main" id="{92F5713C-6426-9D42-87AC-C38C8904279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362" y="3216"/>
                  <a:ext cx="1" cy="12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876" name="Line 740">
                  <a:extLst>
                    <a:ext uri="{FF2B5EF4-FFF2-40B4-BE49-F238E27FC236}">
                      <a16:creationId xmlns:a16="http://schemas.microsoft.com/office/drawing/2014/main" id="{CEB968FF-DC9F-244B-BDE9-F6E81478D0F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262" y="3222"/>
                  <a:ext cx="12" cy="1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877" name="Line 741">
                  <a:extLst>
                    <a:ext uri="{FF2B5EF4-FFF2-40B4-BE49-F238E27FC236}">
                      <a16:creationId xmlns:a16="http://schemas.microsoft.com/office/drawing/2014/main" id="{6667B306-FD2F-9741-94FD-8EDFCF78CB6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268" y="3216"/>
                  <a:ext cx="1" cy="12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878" name="Line 742">
                  <a:extLst>
                    <a:ext uri="{FF2B5EF4-FFF2-40B4-BE49-F238E27FC236}">
                      <a16:creationId xmlns:a16="http://schemas.microsoft.com/office/drawing/2014/main" id="{B5321694-562F-A24B-89F4-47D8D10926C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192" y="3222"/>
                  <a:ext cx="13" cy="1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879" name="Line 743">
                  <a:extLst>
                    <a:ext uri="{FF2B5EF4-FFF2-40B4-BE49-F238E27FC236}">
                      <a16:creationId xmlns:a16="http://schemas.microsoft.com/office/drawing/2014/main" id="{41FCCB7B-94ED-6049-AE3A-46AD8A26F5E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199" y="3216"/>
                  <a:ext cx="1" cy="12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880" name="Line 744">
                  <a:extLst>
                    <a:ext uri="{FF2B5EF4-FFF2-40B4-BE49-F238E27FC236}">
                      <a16:creationId xmlns:a16="http://schemas.microsoft.com/office/drawing/2014/main" id="{866B07A0-6004-0C40-84C5-F753F88906D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136" y="3222"/>
                  <a:ext cx="12" cy="1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881" name="Line 745">
                  <a:extLst>
                    <a:ext uri="{FF2B5EF4-FFF2-40B4-BE49-F238E27FC236}">
                      <a16:creationId xmlns:a16="http://schemas.microsoft.com/office/drawing/2014/main" id="{8A112939-A0EF-184D-8404-F9846962072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142" y="3216"/>
                  <a:ext cx="1" cy="12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882" name="Line 746">
                  <a:extLst>
                    <a:ext uri="{FF2B5EF4-FFF2-40B4-BE49-F238E27FC236}">
                      <a16:creationId xmlns:a16="http://schemas.microsoft.com/office/drawing/2014/main" id="{70E3A5E3-DF1A-EB4C-98B8-88012BDD6E5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086" y="3222"/>
                  <a:ext cx="12" cy="1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883" name="Line 747">
                  <a:extLst>
                    <a:ext uri="{FF2B5EF4-FFF2-40B4-BE49-F238E27FC236}">
                      <a16:creationId xmlns:a16="http://schemas.microsoft.com/office/drawing/2014/main" id="{7E56FD45-BF49-174A-8D42-1ABB722EA41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092" y="3216"/>
                  <a:ext cx="1" cy="12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884" name="Line 748">
                  <a:extLst>
                    <a:ext uri="{FF2B5EF4-FFF2-40B4-BE49-F238E27FC236}">
                      <a16:creationId xmlns:a16="http://schemas.microsoft.com/office/drawing/2014/main" id="{079E0444-CEC4-8A43-B041-E46A1DCC5E5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048" y="3222"/>
                  <a:ext cx="12" cy="1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885" name="Line 749">
                  <a:extLst>
                    <a:ext uri="{FF2B5EF4-FFF2-40B4-BE49-F238E27FC236}">
                      <a16:creationId xmlns:a16="http://schemas.microsoft.com/office/drawing/2014/main" id="{CE5479E1-AC68-554F-91D6-DF0CC1D3B18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054" y="3216"/>
                  <a:ext cx="1" cy="12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886" name="Line 750">
                  <a:extLst>
                    <a:ext uri="{FF2B5EF4-FFF2-40B4-BE49-F238E27FC236}">
                      <a16:creationId xmlns:a16="http://schemas.microsoft.com/office/drawing/2014/main" id="{7577EF1F-EF3C-7948-8BBA-D7580757720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016" y="3222"/>
                  <a:ext cx="13" cy="1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887" name="Line 751">
                  <a:extLst>
                    <a:ext uri="{FF2B5EF4-FFF2-40B4-BE49-F238E27FC236}">
                      <a16:creationId xmlns:a16="http://schemas.microsoft.com/office/drawing/2014/main" id="{2FEAA415-EBFC-7A4D-B9B8-C1442EBDFC6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023" y="3216"/>
                  <a:ext cx="1" cy="12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888" name="Line 752">
                  <a:extLst>
                    <a:ext uri="{FF2B5EF4-FFF2-40B4-BE49-F238E27FC236}">
                      <a16:creationId xmlns:a16="http://schemas.microsoft.com/office/drawing/2014/main" id="{3C76147B-D800-6D43-A90A-63410D83125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998" y="3222"/>
                  <a:ext cx="12" cy="1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889" name="Line 753">
                  <a:extLst>
                    <a:ext uri="{FF2B5EF4-FFF2-40B4-BE49-F238E27FC236}">
                      <a16:creationId xmlns:a16="http://schemas.microsoft.com/office/drawing/2014/main" id="{4B65C9A4-708F-0345-A6BE-4D7EECDBFE7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004" y="3216"/>
                  <a:ext cx="1" cy="12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890" name="Rectangle 754">
                  <a:extLst>
                    <a:ext uri="{FF2B5EF4-FFF2-40B4-BE49-F238E27FC236}">
                      <a16:creationId xmlns:a16="http://schemas.microsoft.com/office/drawing/2014/main" id="{A8A1DC48-3147-924C-9098-B1C634E3C2C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985" y="1835"/>
                  <a:ext cx="13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891" name="Line 755">
                  <a:extLst>
                    <a:ext uri="{FF2B5EF4-FFF2-40B4-BE49-F238E27FC236}">
                      <a16:creationId xmlns:a16="http://schemas.microsoft.com/office/drawing/2014/main" id="{064D2F9D-4E3B-A74A-A270-1A895C3781A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387" y="3222"/>
                  <a:ext cx="13" cy="1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892" name="Line 756">
                  <a:extLst>
                    <a:ext uri="{FF2B5EF4-FFF2-40B4-BE49-F238E27FC236}">
                      <a16:creationId xmlns:a16="http://schemas.microsoft.com/office/drawing/2014/main" id="{D1DEC6EE-0B2E-9240-9213-BE2DBEED6E2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394" y="3216"/>
                  <a:ext cx="1" cy="12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893" name="Rectangle 757">
                  <a:extLst>
                    <a:ext uri="{FF2B5EF4-FFF2-40B4-BE49-F238E27FC236}">
                      <a16:creationId xmlns:a16="http://schemas.microsoft.com/office/drawing/2014/main" id="{2770E63C-E9FA-B444-B771-E574F1D3DDC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299" y="1835"/>
                  <a:ext cx="13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894" name="Rectangle 758">
                  <a:extLst>
                    <a:ext uri="{FF2B5EF4-FFF2-40B4-BE49-F238E27FC236}">
                      <a16:creationId xmlns:a16="http://schemas.microsoft.com/office/drawing/2014/main" id="{CA99D14D-ECDD-DF41-BCD9-8F1179D7487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645" y="1835"/>
                  <a:ext cx="12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895" name="Line 759">
                  <a:extLst>
                    <a:ext uri="{FF2B5EF4-FFF2-40B4-BE49-F238E27FC236}">
                      <a16:creationId xmlns:a16="http://schemas.microsoft.com/office/drawing/2014/main" id="{29670D4C-9227-AC4C-9DAE-54CE7B22069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21" y="3222"/>
                  <a:ext cx="13" cy="1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896" name="Line 760">
                  <a:extLst>
                    <a:ext uri="{FF2B5EF4-FFF2-40B4-BE49-F238E27FC236}">
                      <a16:creationId xmlns:a16="http://schemas.microsoft.com/office/drawing/2014/main" id="{8758886C-F2FF-244F-8250-DEAF150538E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28" y="3216"/>
                  <a:ext cx="1" cy="12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897" name="Line 761">
                  <a:extLst>
                    <a:ext uri="{FF2B5EF4-FFF2-40B4-BE49-F238E27FC236}">
                      <a16:creationId xmlns:a16="http://schemas.microsoft.com/office/drawing/2014/main" id="{27547B12-9A9B-EE4A-8AB5-9DB512F163C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714" y="3222"/>
                  <a:ext cx="13" cy="1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898" name="Line 762">
                  <a:extLst>
                    <a:ext uri="{FF2B5EF4-FFF2-40B4-BE49-F238E27FC236}">
                      <a16:creationId xmlns:a16="http://schemas.microsoft.com/office/drawing/2014/main" id="{485D10DC-161E-D846-AB69-6A2AC9F88D7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720" y="3216"/>
                  <a:ext cx="1" cy="12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899" name="Rectangle 763">
                  <a:extLst>
                    <a:ext uri="{FF2B5EF4-FFF2-40B4-BE49-F238E27FC236}">
                      <a16:creationId xmlns:a16="http://schemas.microsoft.com/office/drawing/2014/main" id="{20A6B603-5C50-DA44-B3ED-71AF4A376BB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78" y="1835"/>
                  <a:ext cx="13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00" name="Rectangle 764">
                  <a:extLst>
                    <a:ext uri="{FF2B5EF4-FFF2-40B4-BE49-F238E27FC236}">
                      <a16:creationId xmlns:a16="http://schemas.microsoft.com/office/drawing/2014/main" id="{9E05B40A-7119-004C-B085-7DE36496128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185" y="1835"/>
                  <a:ext cx="13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01" name="Line 765">
                  <a:extLst>
                    <a:ext uri="{FF2B5EF4-FFF2-40B4-BE49-F238E27FC236}">
                      <a16:creationId xmlns:a16="http://schemas.microsoft.com/office/drawing/2014/main" id="{D19FBF8C-7418-BC48-BF2C-67F4EA8500B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72" y="3222"/>
                  <a:ext cx="12" cy="1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02" name="Line 766">
                  <a:extLst>
                    <a:ext uri="{FF2B5EF4-FFF2-40B4-BE49-F238E27FC236}">
                      <a16:creationId xmlns:a16="http://schemas.microsoft.com/office/drawing/2014/main" id="{FA5CB34B-41D5-C84D-9ADF-46E9FA30C9B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78" y="3216"/>
                  <a:ext cx="1" cy="12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03" name="Rectangle 767">
                  <a:extLst>
                    <a:ext uri="{FF2B5EF4-FFF2-40B4-BE49-F238E27FC236}">
                      <a16:creationId xmlns:a16="http://schemas.microsoft.com/office/drawing/2014/main" id="{270A282D-816F-C041-9BA7-45BC03C769D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758" y="1835"/>
                  <a:ext cx="13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04" name="Rectangle 768">
                  <a:extLst>
                    <a:ext uri="{FF2B5EF4-FFF2-40B4-BE49-F238E27FC236}">
                      <a16:creationId xmlns:a16="http://schemas.microsoft.com/office/drawing/2014/main" id="{45A66C9F-18B2-594D-B5DB-10A9C45FCBD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330" y="1835"/>
                  <a:ext cx="12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05" name="Rectangle 769">
                  <a:extLst>
                    <a:ext uri="{FF2B5EF4-FFF2-40B4-BE49-F238E27FC236}">
                      <a16:creationId xmlns:a16="http://schemas.microsoft.com/office/drawing/2014/main" id="{3D3AA17D-D64F-3647-A4CB-35F51675C39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78" y="1835"/>
                  <a:ext cx="13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06" name="Rectangle 770">
                  <a:extLst>
                    <a:ext uri="{FF2B5EF4-FFF2-40B4-BE49-F238E27FC236}">
                      <a16:creationId xmlns:a16="http://schemas.microsoft.com/office/drawing/2014/main" id="{B6FC9411-E117-5048-8BE9-EB4958E3E89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185" y="1835"/>
                  <a:ext cx="13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07" name="Line 771">
                  <a:extLst>
                    <a:ext uri="{FF2B5EF4-FFF2-40B4-BE49-F238E27FC236}">
                      <a16:creationId xmlns:a16="http://schemas.microsoft.com/office/drawing/2014/main" id="{FCFE82A9-E037-1548-81BB-4BE4F51FA4A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752" y="3222"/>
                  <a:ext cx="12" cy="1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08" name="Line 772">
                  <a:extLst>
                    <a:ext uri="{FF2B5EF4-FFF2-40B4-BE49-F238E27FC236}">
                      <a16:creationId xmlns:a16="http://schemas.microsoft.com/office/drawing/2014/main" id="{28771F65-185B-D54A-BDEC-C05AA4A8B19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758" y="3216"/>
                  <a:ext cx="1" cy="12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09" name="Line 773">
                  <a:extLst>
                    <a:ext uri="{FF2B5EF4-FFF2-40B4-BE49-F238E27FC236}">
                      <a16:creationId xmlns:a16="http://schemas.microsoft.com/office/drawing/2014/main" id="{6C818BAE-3DBB-4741-B95E-3F9ABC2C6CA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752" y="3222"/>
                  <a:ext cx="12" cy="1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10" name="Line 774">
                  <a:extLst>
                    <a:ext uri="{FF2B5EF4-FFF2-40B4-BE49-F238E27FC236}">
                      <a16:creationId xmlns:a16="http://schemas.microsoft.com/office/drawing/2014/main" id="{6CF63845-AAAC-F54A-9108-4E9248666C3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758" y="3216"/>
                  <a:ext cx="1" cy="12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11" name="Rectangle 775">
                  <a:extLst>
                    <a:ext uri="{FF2B5EF4-FFF2-40B4-BE49-F238E27FC236}">
                      <a16:creationId xmlns:a16="http://schemas.microsoft.com/office/drawing/2014/main" id="{D22E6276-CB84-0F4B-A9D1-86641EF1CBA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588" y="1835"/>
                  <a:ext cx="13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12" name="Line 776">
                  <a:extLst>
                    <a:ext uri="{FF2B5EF4-FFF2-40B4-BE49-F238E27FC236}">
                      <a16:creationId xmlns:a16="http://schemas.microsoft.com/office/drawing/2014/main" id="{E5AEE4FD-B039-8F49-BEE2-0FE445B5BDA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72" y="3222"/>
                  <a:ext cx="12" cy="1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13" name="Line 777">
                  <a:extLst>
                    <a:ext uri="{FF2B5EF4-FFF2-40B4-BE49-F238E27FC236}">
                      <a16:creationId xmlns:a16="http://schemas.microsoft.com/office/drawing/2014/main" id="{EFD2C309-3809-9547-A944-7CC4BF44F4F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78" y="3216"/>
                  <a:ext cx="1" cy="12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14" name="Line 778">
                  <a:extLst>
                    <a:ext uri="{FF2B5EF4-FFF2-40B4-BE49-F238E27FC236}">
                      <a16:creationId xmlns:a16="http://schemas.microsoft.com/office/drawing/2014/main" id="{99AD4558-59BF-8141-AD49-15AA6AB857D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752" y="3222"/>
                  <a:ext cx="12" cy="1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15" name="Line 779">
                  <a:extLst>
                    <a:ext uri="{FF2B5EF4-FFF2-40B4-BE49-F238E27FC236}">
                      <a16:creationId xmlns:a16="http://schemas.microsoft.com/office/drawing/2014/main" id="{3FF6EAD7-5F7C-C74B-9ADA-EE703A3E508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758" y="3216"/>
                  <a:ext cx="1" cy="12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16" name="Line 780">
                  <a:extLst>
                    <a:ext uri="{FF2B5EF4-FFF2-40B4-BE49-F238E27FC236}">
                      <a16:creationId xmlns:a16="http://schemas.microsoft.com/office/drawing/2014/main" id="{E4CB71A5-B70F-4041-85A4-EBD34CBF3C9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067" y="3222"/>
                  <a:ext cx="12" cy="1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17" name="Line 781">
                  <a:extLst>
                    <a:ext uri="{FF2B5EF4-FFF2-40B4-BE49-F238E27FC236}">
                      <a16:creationId xmlns:a16="http://schemas.microsoft.com/office/drawing/2014/main" id="{224CFB15-5538-CD41-B3BF-D68443F0C0D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073" y="3216"/>
                  <a:ext cx="1" cy="12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18" name="Rectangle 782">
                  <a:extLst>
                    <a:ext uri="{FF2B5EF4-FFF2-40B4-BE49-F238E27FC236}">
                      <a16:creationId xmlns:a16="http://schemas.microsoft.com/office/drawing/2014/main" id="{ADB07EE3-7A64-1545-9854-8B572734395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042" y="1835"/>
                  <a:ext cx="12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19" name="Line 783">
                  <a:extLst>
                    <a:ext uri="{FF2B5EF4-FFF2-40B4-BE49-F238E27FC236}">
                      <a16:creationId xmlns:a16="http://schemas.microsoft.com/office/drawing/2014/main" id="{BAD735BF-7BFD-974D-8F09-170F57576F2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431" y="3222"/>
                  <a:ext cx="13" cy="1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20" name="Line 784">
                  <a:extLst>
                    <a:ext uri="{FF2B5EF4-FFF2-40B4-BE49-F238E27FC236}">
                      <a16:creationId xmlns:a16="http://schemas.microsoft.com/office/drawing/2014/main" id="{15D897E8-C3ED-8B45-B6EC-BFF22148F61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437" y="3216"/>
                  <a:ext cx="1" cy="12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21" name="Rectangle 785">
                  <a:extLst>
                    <a:ext uri="{FF2B5EF4-FFF2-40B4-BE49-F238E27FC236}">
                      <a16:creationId xmlns:a16="http://schemas.microsoft.com/office/drawing/2014/main" id="{3BF0D355-67AE-B94F-BDA2-277A804323B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31" y="1835"/>
                  <a:ext cx="12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22" name="Line 786">
                  <a:extLst>
                    <a:ext uri="{FF2B5EF4-FFF2-40B4-BE49-F238E27FC236}">
                      <a16:creationId xmlns:a16="http://schemas.microsoft.com/office/drawing/2014/main" id="{5EF41565-2B31-B948-86B0-7473D3F330E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670" y="3222"/>
                  <a:ext cx="13" cy="1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23" name="Line 787">
                  <a:extLst>
                    <a:ext uri="{FF2B5EF4-FFF2-40B4-BE49-F238E27FC236}">
                      <a16:creationId xmlns:a16="http://schemas.microsoft.com/office/drawing/2014/main" id="{1193FD37-3539-5549-9625-0DE181ACA83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676" y="3216"/>
                  <a:ext cx="1" cy="12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24" name="Rectangle 788">
                  <a:extLst>
                    <a:ext uri="{FF2B5EF4-FFF2-40B4-BE49-F238E27FC236}">
                      <a16:creationId xmlns:a16="http://schemas.microsoft.com/office/drawing/2014/main" id="{AD724CBB-0FEC-394A-A34A-067FCDBE61E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519" y="1835"/>
                  <a:ext cx="13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25" name="Rectangle 789">
                  <a:extLst>
                    <a:ext uri="{FF2B5EF4-FFF2-40B4-BE49-F238E27FC236}">
                      <a16:creationId xmlns:a16="http://schemas.microsoft.com/office/drawing/2014/main" id="{FDFD8EC5-E185-414B-AF5B-33046DF1287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185" y="1835"/>
                  <a:ext cx="13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26" name="Rectangle 790">
                  <a:extLst>
                    <a:ext uri="{FF2B5EF4-FFF2-40B4-BE49-F238E27FC236}">
                      <a16:creationId xmlns:a16="http://schemas.microsoft.com/office/drawing/2014/main" id="{ECAA8486-A2A0-BB43-B301-3BE9619B0EE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78" y="1835"/>
                  <a:ext cx="13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27" name="Rectangle 791">
                  <a:extLst>
                    <a:ext uri="{FF2B5EF4-FFF2-40B4-BE49-F238E27FC236}">
                      <a16:creationId xmlns:a16="http://schemas.microsoft.com/office/drawing/2014/main" id="{8B977E72-9D9B-C94E-B495-8DCEA247457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185" y="1835"/>
                  <a:ext cx="13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28" name="Rectangle 792">
                  <a:extLst>
                    <a:ext uri="{FF2B5EF4-FFF2-40B4-BE49-F238E27FC236}">
                      <a16:creationId xmlns:a16="http://schemas.microsoft.com/office/drawing/2014/main" id="{0D5388C6-C3D8-154C-B972-39024310EF2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78" y="1835"/>
                  <a:ext cx="13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29" name="Rectangle 793">
                  <a:extLst>
                    <a:ext uri="{FF2B5EF4-FFF2-40B4-BE49-F238E27FC236}">
                      <a16:creationId xmlns:a16="http://schemas.microsoft.com/office/drawing/2014/main" id="{0788913E-5783-1545-85C8-4CDBF053114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185" y="1835"/>
                  <a:ext cx="13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30" name="Rectangle 794">
                  <a:extLst>
                    <a:ext uri="{FF2B5EF4-FFF2-40B4-BE49-F238E27FC236}">
                      <a16:creationId xmlns:a16="http://schemas.microsoft.com/office/drawing/2014/main" id="{79BBF7FE-757A-6F4B-B729-5C92DAC316D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361" y="1835"/>
                  <a:ext cx="13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31" name="Rectangle 795">
                  <a:extLst>
                    <a:ext uri="{FF2B5EF4-FFF2-40B4-BE49-F238E27FC236}">
                      <a16:creationId xmlns:a16="http://schemas.microsoft.com/office/drawing/2014/main" id="{C781DCB8-FCE4-1448-A871-F977ED83384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493" y="1835"/>
                  <a:ext cx="13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32" name="Rectangle 796">
                  <a:extLst>
                    <a:ext uri="{FF2B5EF4-FFF2-40B4-BE49-F238E27FC236}">
                      <a16:creationId xmlns:a16="http://schemas.microsoft.com/office/drawing/2014/main" id="{78C36371-331F-9142-96E7-3AF8D867547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606" y="1835"/>
                  <a:ext cx="13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33" name="Rectangle 797">
                  <a:extLst>
                    <a:ext uri="{FF2B5EF4-FFF2-40B4-BE49-F238E27FC236}">
                      <a16:creationId xmlns:a16="http://schemas.microsoft.com/office/drawing/2014/main" id="{8E59905F-9736-7D45-9B9F-4B66CD4883D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694" y="1835"/>
                  <a:ext cx="13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34" name="Rectangle 798">
                  <a:extLst>
                    <a:ext uri="{FF2B5EF4-FFF2-40B4-BE49-F238E27FC236}">
                      <a16:creationId xmlns:a16="http://schemas.microsoft.com/office/drawing/2014/main" id="{0D8879AE-CAFC-224D-9804-B3B61F0BE5A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764" y="1835"/>
                  <a:ext cx="12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35" name="Rectangle 799">
                  <a:extLst>
                    <a:ext uri="{FF2B5EF4-FFF2-40B4-BE49-F238E27FC236}">
                      <a16:creationId xmlns:a16="http://schemas.microsoft.com/office/drawing/2014/main" id="{0281DACB-51E0-A94F-A224-9439E247290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820" y="1835"/>
                  <a:ext cx="13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36" name="Rectangle 800">
                  <a:extLst>
                    <a:ext uri="{FF2B5EF4-FFF2-40B4-BE49-F238E27FC236}">
                      <a16:creationId xmlns:a16="http://schemas.microsoft.com/office/drawing/2014/main" id="{71D50D13-5D04-954A-842E-6C6B1E7A0F5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78" y="1835"/>
                  <a:ext cx="13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37" name="Line 801">
                  <a:extLst>
                    <a:ext uri="{FF2B5EF4-FFF2-40B4-BE49-F238E27FC236}">
                      <a16:creationId xmlns:a16="http://schemas.microsoft.com/office/drawing/2014/main" id="{77348972-B658-A14D-9E27-E42F2AAFB9C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179" y="3222"/>
                  <a:ext cx="13" cy="1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38" name="Line 802">
                  <a:extLst>
                    <a:ext uri="{FF2B5EF4-FFF2-40B4-BE49-F238E27FC236}">
                      <a16:creationId xmlns:a16="http://schemas.microsoft.com/office/drawing/2014/main" id="{ACCA9F67-7466-9845-B38B-FA3EA5A8615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185" y="3216"/>
                  <a:ext cx="1" cy="12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39" name="Rectangle 803">
                  <a:extLst>
                    <a:ext uri="{FF2B5EF4-FFF2-40B4-BE49-F238E27FC236}">
                      <a16:creationId xmlns:a16="http://schemas.microsoft.com/office/drawing/2014/main" id="{EA52CF4C-2B9C-854D-A80E-835EDC9B4A9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34" y="1835"/>
                  <a:ext cx="13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40" name="Rectangle 804">
                  <a:extLst>
                    <a:ext uri="{FF2B5EF4-FFF2-40B4-BE49-F238E27FC236}">
                      <a16:creationId xmlns:a16="http://schemas.microsoft.com/office/drawing/2014/main" id="{3CFC29F0-CEC5-3046-973B-ECBB7EC6377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154" y="1835"/>
                  <a:ext cx="12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41" name="Rectangle 805">
                  <a:extLst>
                    <a:ext uri="{FF2B5EF4-FFF2-40B4-BE49-F238E27FC236}">
                      <a16:creationId xmlns:a16="http://schemas.microsoft.com/office/drawing/2014/main" id="{2211FDF4-747E-8B4D-BD31-7046EA0F87D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330" y="1835"/>
                  <a:ext cx="12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42" name="Rectangle 806">
                  <a:extLst>
                    <a:ext uri="{FF2B5EF4-FFF2-40B4-BE49-F238E27FC236}">
                      <a16:creationId xmlns:a16="http://schemas.microsoft.com/office/drawing/2014/main" id="{0DF532D9-AE4A-8647-A4FA-608C21D38B5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474" y="1835"/>
                  <a:ext cx="13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43" name="Rectangle 807">
                  <a:extLst>
                    <a:ext uri="{FF2B5EF4-FFF2-40B4-BE49-F238E27FC236}">
                      <a16:creationId xmlns:a16="http://schemas.microsoft.com/office/drawing/2014/main" id="{756B08FD-B0E2-E745-80A3-B7EE028C411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588" y="1835"/>
                  <a:ext cx="12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44" name="Rectangle 808">
                  <a:extLst>
                    <a:ext uri="{FF2B5EF4-FFF2-40B4-BE49-F238E27FC236}">
                      <a16:creationId xmlns:a16="http://schemas.microsoft.com/office/drawing/2014/main" id="{C7520873-B3EA-2147-A004-E9F16762EC8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682" y="1835"/>
                  <a:ext cx="12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12" name="Group 809">
                <a:extLst>
                  <a:ext uri="{FF2B5EF4-FFF2-40B4-BE49-F238E27FC236}">
                    <a16:creationId xmlns:a16="http://schemas.microsoft.com/office/drawing/2014/main" id="{5B4B2A37-DA7D-6A4E-B273-EE80A575242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897" y="1835"/>
                <a:ext cx="2143" cy="1393"/>
                <a:chOff x="1897" y="1835"/>
                <a:chExt cx="2143" cy="1393"/>
              </a:xfrm>
            </p:grpSpPr>
            <p:sp>
              <p:nvSpPr>
                <p:cNvPr id="545" name="Rectangle 810">
                  <a:extLst>
                    <a:ext uri="{FF2B5EF4-FFF2-40B4-BE49-F238E27FC236}">
                      <a16:creationId xmlns:a16="http://schemas.microsoft.com/office/drawing/2014/main" id="{24CCB326-A3FC-244B-B4A6-930F3722471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751" y="1835"/>
                  <a:ext cx="13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46" name="Rectangle 811">
                  <a:extLst>
                    <a:ext uri="{FF2B5EF4-FFF2-40B4-BE49-F238E27FC236}">
                      <a16:creationId xmlns:a16="http://schemas.microsoft.com/office/drawing/2014/main" id="{E33198C8-FB70-0241-A575-222763C9539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808" y="1835"/>
                  <a:ext cx="12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47" name="Rectangle 812">
                  <a:extLst>
                    <a:ext uri="{FF2B5EF4-FFF2-40B4-BE49-F238E27FC236}">
                      <a16:creationId xmlns:a16="http://schemas.microsoft.com/office/drawing/2014/main" id="{2FEB2037-30A3-9341-8A06-D61E0C795AE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858" y="1835"/>
                  <a:ext cx="12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48" name="Rectangle 813">
                  <a:extLst>
                    <a:ext uri="{FF2B5EF4-FFF2-40B4-BE49-F238E27FC236}">
                      <a16:creationId xmlns:a16="http://schemas.microsoft.com/office/drawing/2014/main" id="{D404F57C-32BF-8B42-BEAE-88205085BF8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895" y="1835"/>
                  <a:ext cx="13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49" name="Rectangle 814">
                  <a:extLst>
                    <a:ext uri="{FF2B5EF4-FFF2-40B4-BE49-F238E27FC236}">
                      <a16:creationId xmlns:a16="http://schemas.microsoft.com/office/drawing/2014/main" id="{0B55B1D6-6F7C-8B4C-9FE2-E870A9F1E5B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921" y="1835"/>
                  <a:ext cx="12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50" name="Rectangle 815">
                  <a:extLst>
                    <a:ext uri="{FF2B5EF4-FFF2-40B4-BE49-F238E27FC236}">
                      <a16:creationId xmlns:a16="http://schemas.microsoft.com/office/drawing/2014/main" id="{323A7678-64FB-0540-A168-19B5E23B211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946" y="1835"/>
                  <a:ext cx="12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51" name="Rectangle 816">
                  <a:extLst>
                    <a:ext uri="{FF2B5EF4-FFF2-40B4-BE49-F238E27FC236}">
                      <a16:creationId xmlns:a16="http://schemas.microsoft.com/office/drawing/2014/main" id="{396967F8-C876-B040-8A88-A931C3FD518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965" y="1835"/>
                  <a:ext cx="12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52" name="Rectangle 817">
                  <a:extLst>
                    <a:ext uri="{FF2B5EF4-FFF2-40B4-BE49-F238E27FC236}">
                      <a16:creationId xmlns:a16="http://schemas.microsoft.com/office/drawing/2014/main" id="{74887F3B-2DF9-6C42-9EF8-FB663659001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983" y="1835"/>
                  <a:ext cx="13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53" name="Rectangle 818">
                  <a:extLst>
                    <a:ext uri="{FF2B5EF4-FFF2-40B4-BE49-F238E27FC236}">
                      <a16:creationId xmlns:a16="http://schemas.microsoft.com/office/drawing/2014/main" id="{6229DA36-8D10-3846-82BA-ACF5F32E4B1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996" y="1835"/>
                  <a:ext cx="13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54" name="Rectangle 819">
                  <a:extLst>
                    <a:ext uri="{FF2B5EF4-FFF2-40B4-BE49-F238E27FC236}">
                      <a16:creationId xmlns:a16="http://schemas.microsoft.com/office/drawing/2014/main" id="{8713E8A5-911A-3F40-9F63-5EDE3E82A7B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002" y="1835"/>
                  <a:ext cx="13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55" name="Rectangle 820">
                  <a:extLst>
                    <a:ext uri="{FF2B5EF4-FFF2-40B4-BE49-F238E27FC236}">
                      <a16:creationId xmlns:a16="http://schemas.microsoft.com/office/drawing/2014/main" id="{474F5483-7D71-0647-8674-B8052AAE3B0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009" y="1835"/>
                  <a:ext cx="12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56" name="Rectangle 821">
                  <a:extLst>
                    <a:ext uri="{FF2B5EF4-FFF2-40B4-BE49-F238E27FC236}">
                      <a16:creationId xmlns:a16="http://schemas.microsoft.com/office/drawing/2014/main" id="{A418DC41-F9F7-FA42-A29A-FFB58931C3D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015" y="1835"/>
                  <a:ext cx="12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57" name="Rectangle 822">
                  <a:extLst>
                    <a:ext uri="{FF2B5EF4-FFF2-40B4-BE49-F238E27FC236}">
                      <a16:creationId xmlns:a16="http://schemas.microsoft.com/office/drawing/2014/main" id="{E5F85010-FDCE-7E4B-9DCC-EBBF33593D5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021" y="1835"/>
                  <a:ext cx="13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58" name="Rectangle 823">
                  <a:extLst>
                    <a:ext uri="{FF2B5EF4-FFF2-40B4-BE49-F238E27FC236}">
                      <a16:creationId xmlns:a16="http://schemas.microsoft.com/office/drawing/2014/main" id="{B55EAB4A-C41D-2D43-B261-E0C38EBC7A9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027" y="1835"/>
                  <a:ext cx="13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59" name="Line 824">
                  <a:extLst>
                    <a:ext uri="{FF2B5EF4-FFF2-40B4-BE49-F238E27FC236}">
                      <a16:creationId xmlns:a16="http://schemas.microsoft.com/office/drawing/2014/main" id="{22EA6117-3FBD-EF47-8360-CC144FA3CF5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179" y="3222"/>
                  <a:ext cx="13" cy="1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60" name="Line 825">
                  <a:extLst>
                    <a:ext uri="{FF2B5EF4-FFF2-40B4-BE49-F238E27FC236}">
                      <a16:creationId xmlns:a16="http://schemas.microsoft.com/office/drawing/2014/main" id="{B0494781-40A8-FC49-801E-D019AE2CB71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185" y="3216"/>
                  <a:ext cx="1" cy="12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61" name="Rectangle 826">
                  <a:extLst>
                    <a:ext uri="{FF2B5EF4-FFF2-40B4-BE49-F238E27FC236}">
                      <a16:creationId xmlns:a16="http://schemas.microsoft.com/office/drawing/2014/main" id="{583AFC0F-D9BC-6843-A8C6-D6ED9A3CE2B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43" y="1835"/>
                  <a:ext cx="13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62" name="Rectangle 827">
                  <a:extLst>
                    <a:ext uri="{FF2B5EF4-FFF2-40B4-BE49-F238E27FC236}">
                      <a16:creationId xmlns:a16="http://schemas.microsoft.com/office/drawing/2014/main" id="{95D7E7D7-D873-EE48-BDBB-5E64BE78F9F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683" y="1835"/>
                  <a:ext cx="12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63" name="Rectangle 828">
                  <a:extLst>
                    <a:ext uri="{FF2B5EF4-FFF2-40B4-BE49-F238E27FC236}">
                      <a16:creationId xmlns:a16="http://schemas.microsoft.com/office/drawing/2014/main" id="{AD87CC60-6133-1945-B43F-73EEA6A0372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53" y="1835"/>
                  <a:ext cx="12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64" name="Rectangle 829">
                  <a:extLst>
                    <a:ext uri="{FF2B5EF4-FFF2-40B4-BE49-F238E27FC236}">
                      <a16:creationId xmlns:a16="http://schemas.microsoft.com/office/drawing/2014/main" id="{B43A73E2-0D65-9241-84D2-DF58CF8DDE5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173" y="1835"/>
                  <a:ext cx="12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65" name="Rectangle 830">
                  <a:extLst>
                    <a:ext uri="{FF2B5EF4-FFF2-40B4-BE49-F238E27FC236}">
                      <a16:creationId xmlns:a16="http://schemas.microsoft.com/office/drawing/2014/main" id="{9CFA23D0-CDB7-704F-843F-36384A9134E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349" y="1835"/>
                  <a:ext cx="12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66" name="Rectangle 831">
                  <a:extLst>
                    <a:ext uri="{FF2B5EF4-FFF2-40B4-BE49-F238E27FC236}">
                      <a16:creationId xmlns:a16="http://schemas.microsoft.com/office/drawing/2014/main" id="{523399AC-46FE-FE40-8AEA-1DA27E85DC6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487" y="1835"/>
                  <a:ext cx="13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67" name="Rectangle 832">
                  <a:extLst>
                    <a:ext uri="{FF2B5EF4-FFF2-40B4-BE49-F238E27FC236}">
                      <a16:creationId xmlns:a16="http://schemas.microsoft.com/office/drawing/2014/main" id="{3E4B5087-F355-344B-9D63-9EB9E166643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600" y="1835"/>
                  <a:ext cx="13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68" name="Rectangle 833">
                  <a:extLst>
                    <a:ext uri="{FF2B5EF4-FFF2-40B4-BE49-F238E27FC236}">
                      <a16:creationId xmlns:a16="http://schemas.microsoft.com/office/drawing/2014/main" id="{9AA639FB-029D-4A48-B41E-C6CAFAC6413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688" y="1835"/>
                  <a:ext cx="13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69" name="Rectangle 834">
                  <a:extLst>
                    <a:ext uri="{FF2B5EF4-FFF2-40B4-BE49-F238E27FC236}">
                      <a16:creationId xmlns:a16="http://schemas.microsoft.com/office/drawing/2014/main" id="{FD2DEDA0-FF1D-3D48-BE06-AEBB0A3EBBE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757" y="1835"/>
                  <a:ext cx="13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70" name="Rectangle 835">
                  <a:extLst>
                    <a:ext uri="{FF2B5EF4-FFF2-40B4-BE49-F238E27FC236}">
                      <a16:creationId xmlns:a16="http://schemas.microsoft.com/office/drawing/2014/main" id="{9A6138A1-9289-074C-BB27-606B9B1C73E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814" y="1835"/>
                  <a:ext cx="12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71" name="Rectangle 836">
                  <a:extLst>
                    <a:ext uri="{FF2B5EF4-FFF2-40B4-BE49-F238E27FC236}">
                      <a16:creationId xmlns:a16="http://schemas.microsoft.com/office/drawing/2014/main" id="{2D2675AA-ED55-3A48-964E-E6601A90A0F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858" y="1835"/>
                  <a:ext cx="12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72" name="Rectangle 837">
                  <a:extLst>
                    <a:ext uri="{FF2B5EF4-FFF2-40B4-BE49-F238E27FC236}">
                      <a16:creationId xmlns:a16="http://schemas.microsoft.com/office/drawing/2014/main" id="{674D7A52-C7CA-CF4A-9D41-70BCBA2C385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895" y="1835"/>
                  <a:ext cx="13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73" name="Rectangle 838">
                  <a:extLst>
                    <a:ext uri="{FF2B5EF4-FFF2-40B4-BE49-F238E27FC236}">
                      <a16:creationId xmlns:a16="http://schemas.microsoft.com/office/drawing/2014/main" id="{F5B1FC2B-2813-C34B-BF0A-2561B8A10CF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927" y="1835"/>
                  <a:ext cx="12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74" name="Rectangle 839">
                  <a:extLst>
                    <a:ext uri="{FF2B5EF4-FFF2-40B4-BE49-F238E27FC236}">
                      <a16:creationId xmlns:a16="http://schemas.microsoft.com/office/drawing/2014/main" id="{7632F7B1-FE19-F446-9156-25B8222674C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952" y="1835"/>
                  <a:ext cx="13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75" name="Rectangle 840">
                  <a:extLst>
                    <a:ext uri="{FF2B5EF4-FFF2-40B4-BE49-F238E27FC236}">
                      <a16:creationId xmlns:a16="http://schemas.microsoft.com/office/drawing/2014/main" id="{BB8A6F16-C63A-4A40-BD2F-98E34E930EF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971" y="1835"/>
                  <a:ext cx="12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76" name="Rectangle 841">
                  <a:extLst>
                    <a:ext uri="{FF2B5EF4-FFF2-40B4-BE49-F238E27FC236}">
                      <a16:creationId xmlns:a16="http://schemas.microsoft.com/office/drawing/2014/main" id="{A531CA64-E5E3-4846-A581-D6A02CB1112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983" y="1835"/>
                  <a:ext cx="13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77" name="Line 842">
                  <a:extLst>
                    <a:ext uri="{FF2B5EF4-FFF2-40B4-BE49-F238E27FC236}">
                      <a16:creationId xmlns:a16="http://schemas.microsoft.com/office/drawing/2014/main" id="{28980CDC-696B-914E-BC00-EBA1CA99D8B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752" y="3222"/>
                  <a:ext cx="12" cy="1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78" name="Line 843">
                  <a:extLst>
                    <a:ext uri="{FF2B5EF4-FFF2-40B4-BE49-F238E27FC236}">
                      <a16:creationId xmlns:a16="http://schemas.microsoft.com/office/drawing/2014/main" id="{AD91C4B0-9ED0-5C47-A605-E585AFCAEFB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758" y="3216"/>
                  <a:ext cx="1" cy="12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79" name="Rectangle 844">
                  <a:extLst>
                    <a:ext uri="{FF2B5EF4-FFF2-40B4-BE49-F238E27FC236}">
                      <a16:creationId xmlns:a16="http://schemas.microsoft.com/office/drawing/2014/main" id="{2F24A1BC-53E7-BD4F-9E23-7149B856247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588" y="1835"/>
                  <a:ext cx="13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80" name="Line 845">
                  <a:extLst>
                    <a:ext uri="{FF2B5EF4-FFF2-40B4-BE49-F238E27FC236}">
                      <a16:creationId xmlns:a16="http://schemas.microsoft.com/office/drawing/2014/main" id="{FEABCE4D-13BA-F445-9A05-7694C7B1615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877" y="3222"/>
                  <a:ext cx="13" cy="1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81" name="Line 846">
                  <a:extLst>
                    <a:ext uri="{FF2B5EF4-FFF2-40B4-BE49-F238E27FC236}">
                      <a16:creationId xmlns:a16="http://schemas.microsoft.com/office/drawing/2014/main" id="{EBE37902-7FB9-AC49-A3EF-83D64ABCAB8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884" y="3216"/>
                  <a:ext cx="1" cy="12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82" name="Rectangle 847">
                  <a:extLst>
                    <a:ext uri="{FF2B5EF4-FFF2-40B4-BE49-F238E27FC236}">
                      <a16:creationId xmlns:a16="http://schemas.microsoft.com/office/drawing/2014/main" id="{13FDF30D-3B2C-7942-9904-1D55180BA3D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78" y="1835"/>
                  <a:ext cx="13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83" name="Rectangle 848">
                  <a:extLst>
                    <a:ext uri="{FF2B5EF4-FFF2-40B4-BE49-F238E27FC236}">
                      <a16:creationId xmlns:a16="http://schemas.microsoft.com/office/drawing/2014/main" id="{7ECE904A-0D45-8349-A887-81DCB0A9CB3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185" y="1835"/>
                  <a:ext cx="13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84" name="Line 849">
                  <a:extLst>
                    <a:ext uri="{FF2B5EF4-FFF2-40B4-BE49-F238E27FC236}">
                      <a16:creationId xmlns:a16="http://schemas.microsoft.com/office/drawing/2014/main" id="{CF98A2D2-0A9C-BB44-909F-D9ADD1F75F0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557" y="3222"/>
                  <a:ext cx="12" cy="1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85" name="Line 850">
                  <a:extLst>
                    <a:ext uri="{FF2B5EF4-FFF2-40B4-BE49-F238E27FC236}">
                      <a16:creationId xmlns:a16="http://schemas.microsoft.com/office/drawing/2014/main" id="{A9382F37-7D2C-0C43-B3A5-F6A235B2746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563" y="3216"/>
                  <a:ext cx="1" cy="12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86" name="Rectangle 851">
                  <a:extLst>
                    <a:ext uri="{FF2B5EF4-FFF2-40B4-BE49-F238E27FC236}">
                      <a16:creationId xmlns:a16="http://schemas.microsoft.com/office/drawing/2014/main" id="{FFBBADC0-725C-6846-B12A-CF709F8FE77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644" y="1835"/>
                  <a:ext cx="13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87" name="Rectangle 852">
                  <a:extLst>
                    <a:ext uri="{FF2B5EF4-FFF2-40B4-BE49-F238E27FC236}">
                      <a16:creationId xmlns:a16="http://schemas.microsoft.com/office/drawing/2014/main" id="{281E56CE-ECE3-E341-B34C-3E3453058C9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726" y="1835"/>
                  <a:ext cx="12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88" name="Rectangle 853">
                  <a:extLst>
                    <a:ext uri="{FF2B5EF4-FFF2-40B4-BE49-F238E27FC236}">
                      <a16:creationId xmlns:a16="http://schemas.microsoft.com/office/drawing/2014/main" id="{B45B0E87-BF9B-BE4D-A957-05D07B51994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789" y="1835"/>
                  <a:ext cx="12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89" name="Rectangle 854">
                  <a:extLst>
                    <a:ext uri="{FF2B5EF4-FFF2-40B4-BE49-F238E27FC236}">
                      <a16:creationId xmlns:a16="http://schemas.microsoft.com/office/drawing/2014/main" id="{D643287A-D472-E349-A2D4-3C7BF001F78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839" y="1835"/>
                  <a:ext cx="13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90" name="Rectangle 855">
                  <a:extLst>
                    <a:ext uri="{FF2B5EF4-FFF2-40B4-BE49-F238E27FC236}">
                      <a16:creationId xmlns:a16="http://schemas.microsoft.com/office/drawing/2014/main" id="{A0BFBE4E-5D28-9B49-952D-E00CFDC5288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060" y="1835"/>
                  <a:ext cx="12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91" name="Line 856">
                  <a:extLst>
                    <a:ext uri="{FF2B5EF4-FFF2-40B4-BE49-F238E27FC236}">
                      <a16:creationId xmlns:a16="http://schemas.microsoft.com/office/drawing/2014/main" id="{3932E491-49CB-3543-BC52-E3F3AD4B96A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72" y="3222"/>
                  <a:ext cx="12" cy="1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92" name="Line 857">
                  <a:extLst>
                    <a:ext uri="{FF2B5EF4-FFF2-40B4-BE49-F238E27FC236}">
                      <a16:creationId xmlns:a16="http://schemas.microsoft.com/office/drawing/2014/main" id="{7B0CE07D-3412-7640-B3C9-710ACCEBBF1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78" y="3216"/>
                  <a:ext cx="1" cy="12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93" name="Line 858">
                  <a:extLst>
                    <a:ext uri="{FF2B5EF4-FFF2-40B4-BE49-F238E27FC236}">
                      <a16:creationId xmlns:a16="http://schemas.microsoft.com/office/drawing/2014/main" id="{062277E8-60E8-194F-BB05-0CB60640902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752" y="3222"/>
                  <a:ext cx="12" cy="1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94" name="Line 859">
                  <a:extLst>
                    <a:ext uri="{FF2B5EF4-FFF2-40B4-BE49-F238E27FC236}">
                      <a16:creationId xmlns:a16="http://schemas.microsoft.com/office/drawing/2014/main" id="{66795110-60D8-C140-B079-8A6CF476E10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758" y="3216"/>
                  <a:ext cx="1" cy="12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95" name="Rectangle 860">
                  <a:extLst>
                    <a:ext uri="{FF2B5EF4-FFF2-40B4-BE49-F238E27FC236}">
                      <a16:creationId xmlns:a16="http://schemas.microsoft.com/office/drawing/2014/main" id="{45BC8C35-95DB-1349-ADE3-50FEEBB897C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91" y="1835"/>
                  <a:ext cx="12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96" name="Line 861">
                  <a:extLst>
                    <a:ext uri="{FF2B5EF4-FFF2-40B4-BE49-F238E27FC236}">
                      <a16:creationId xmlns:a16="http://schemas.microsoft.com/office/drawing/2014/main" id="{3100EF86-B628-D740-9116-C880E7A4885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192" y="3222"/>
                  <a:ext cx="12" cy="1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97" name="Line 862">
                  <a:extLst>
                    <a:ext uri="{FF2B5EF4-FFF2-40B4-BE49-F238E27FC236}">
                      <a16:creationId xmlns:a16="http://schemas.microsoft.com/office/drawing/2014/main" id="{853FF446-112B-FE41-AA56-FE58521B88D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198" y="3216"/>
                  <a:ext cx="1" cy="12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98" name="Rectangle 863">
                  <a:extLst>
                    <a:ext uri="{FF2B5EF4-FFF2-40B4-BE49-F238E27FC236}">
                      <a16:creationId xmlns:a16="http://schemas.microsoft.com/office/drawing/2014/main" id="{60A2EB02-E589-4B45-B59C-616DA0CEE4E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40" y="1835"/>
                  <a:ext cx="13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99" name="Rectangle 864">
                  <a:extLst>
                    <a:ext uri="{FF2B5EF4-FFF2-40B4-BE49-F238E27FC236}">
                      <a16:creationId xmlns:a16="http://schemas.microsoft.com/office/drawing/2014/main" id="{EAC5ECF3-FACD-C64A-A474-425196D76E8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160" y="1835"/>
                  <a:ext cx="13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00" name="Rectangle 865">
                  <a:extLst>
                    <a:ext uri="{FF2B5EF4-FFF2-40B4-BE49-F238E27FC236}">
                      <a16:creationId xmlns:a16="http://schemas.microsoft.com/office/drawing/2014/main" id="{348FCDFF-27BA-554E-9873-6003EEEC0CA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336" y="1835"/>
                  <a:ext cx="13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01" name="Rectangle 866">
                  <a:extLst>
                    <a:ext uri="{FF2B5EF4-FFF2-40B4-BE49-F238E27FC236}">
                      <a16:creationId xmlns:a16="http://schemas.microsoft.com/office/drawing/2014/main" id="{EC3C77F2-F274-E842-90B5-A6F4178E46B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481" y="1835"/>
                  <a:ext cx="12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02" name="Rectangle 867">
                  <a:extLst>
                    <a:ext uri="{FF2B5EF4-FFF2-40B4-BE49-F238E27FC236}">
                      <a16:creationId xmlns:a16="http://schemas.microsoft.com/office/drawing/2014/main" id="{42A0DD9C-6DCE-8447-80B4-37C5008FC25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594" y="1835"/>
                  <a:ext cx="12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03" name="Rectangle 868">
                  <a:extLst>
                    <a:ext uri="{FF2B5EF4-FFF2-40B4-BE49-F238E27FC236}">
                      <a16:creationId xmlns:a16="http://schemas.microsoft.com/office/drawing/2014/main" id="{1358D769-0553-A441-AC65-DE50C930FC9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682" y="1835"/>
                  <a:ext cx="12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04" name="Rectangle 869">
                  <a:extLst>
                    <a:ext uri="{FF2B5EF4-FFF2-40B4-BE49-F238E27FC236}">
                      <a16:creationId xmlns:a16="http://schemas.microsoft.com/office/drawing/2014/main" id="{00C8E451-CC90-6342-8880-A2038EA4B3B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751" y="1835"/>
                  <a:ext cx="13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05" name="Rectangle 870">
                  <a:extLst>
                    <a:ext uri="{FF2B5EF4-FFF2-40B4-BE49-F238E27FC236}">
                      <a16:creationId xmlns:a16="http://schemas.microsoft.com/office/drawing/2014/main" id="{CC279512-31CF-3A4C-B0F5-E10AB2BCC51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814" y="1835"/>
                  <a:ext cx="12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06" name="Rectangle 871">
                  <a:extLst>
                    <a:ext uri="{FF2B5EF4-FFF2-40B4-BE49-F238E27FC236}">
                      <a16:creationId xmlns:a16="http://schemas.microsoft.com/office/drawing/2014/main" id="{34D6EECB-0ABD-F04B-B68A-E2284091188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858" y="1835"/>
                  <a:ext cx="12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07" name="Rectangle 872">
                  <a:extLst>
                    <a:ext uri="{FF2B5EF4-FFF2-40B4-BE49-F238E27FC236}">
                      <a16:creationId xmlns:a16="http://schemas.microsoft.com/office/drawing/2014/main" id="{83FC7937-81B2-8048-A1FB-1EE9ED988AB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895" y="1835"/>
                  <a:ext cx="13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08" name="Rectangle 873">
                  <a:extLst>
                    <a:ext uri="{FF2B5EF4-FFF2-40B4-BE49-F238E27FC236}">
                      <a16:creationId xmlns:a16="http://schemas.microsoft.com/office/drawing/2014/main" id="{4617F784-B65A-3546-B8F3-27F8014ED56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927" y="1835"/>
                  <a:ext cx="12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09" name="Rectangle 874">
                  <a:extLst>
                    <a:ext uri="{FF2B5EF4-FFF2-40B4-BE49-F238E27FC236}">
                      <a16:creationId xmlns:a16="http://schemas.microsoft.com/office/drawing/2014/main" id="{F5129CC3-41AD-364C-8668-2645E6C1F2B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946" y="1835"/>
                  <a:ext cx="12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10" name="Rectangle 875">
                  <a:extLst>
                    <a:ext uri="{FF2B5EF4-FFF2-40B4-BE49-F238E27FC236}">
                      <a16:creationId xmlns:a16="http://schemas.microsoft.com/office/drawing/2014/main" id="{69B8A8ED-96E8-604B-9BAE-E7A89A60774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965" y="1835"/>
                  <a:ext cx="12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11" name="Rectangle 876">
                  <a:extLst>
                    <a:ext uri="{FF2B5EF4-FFF2-40B4-BE49-F238E27FC236}">
                      <a16:creationId xmlns:a16="http://schemas.microsoft.com/office/drawing/2014/main" id="{BDD1CEA3-F9FA-394B-8894-1A7856CC28A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983" y="1835"/>
                  <a:ext cx="13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12" name="Rectangle 877">
                  <a:extLst>
                    <a:ext uri="{FF2B5EF4-FFF2-40B4-BE49-F238E27FC236}">
                      <a16:creationId xmlns:a16="http://schemas.microsoft.com/office/drawing/2014/main" id="{1CA9BD5A-3413-1740-8799-899DC1B91A4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996" y="1835"/>
                  <a:ext cx="13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13" name="Rectangle 878">
                  <a:extLst>
                    <a:ext uri="{FF2B5EF4-FFF2-40B4-BE49-F238E27FC236}">
                      <a16:creationId xmlns:a16="http://schemas.microsoft.com/office/drawing/2014/main" id="{4A023B1F-A1B4-A948-A71A-CC020102172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002" y="1835"/>
                  <a:ext cx="13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14" name="Line 879">
                  <a:extLst>
                    <a:ext uri="{FF2B5EF4-FFF2-40B4-BE49-F238E27FC236}">
                      <a16:creationId xmlns:a16="http://schemas.microsoft.com/office/drawing/2014/main" id="{D16DE8DE-8C67-F94A-9EE2-84BBCF55E5C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002" y="3222"/>
                  <a:ext cx="13" cy="1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15" name="Line 880">
                  <a:extLst>
                    <a:ext uri="{FF2B5EF4-FFF2-40B4-BE49-F238E27FC236}">
                      <a16:creationId xmlns:a16="http://schemas.microsoft.com/office/drawing/2014/main" id="{BE923735-95BF-384C-93A1-A2169E891CD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009" y="3216"/>
                  <a:ext cx="1" cy="12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16" name="Rectangle 881">
                  <a:extLst>
                    <a:ext uri="{FF2B5EF4-FFF2-40B4-BE49-F238E27FC236}">
                      <a16:creationId xmlns:a16="http://schemas.microsoft.com/office/drawing/2014/main" id="{3279D857-86B1-E442-BC2C-E55420309AE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588" y="1835"/>
                  <a:ext cx="12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17" name="Rectangle 882">
                  <a:extLst>
                    <a:ext uri="{FF2B5EF4-FFF2-40B4-BE49-F238E27FC236}">
                      <a16:creationId xmlns:a16="http://schemas.microsoft.com/office/drawing/2014/main" id="{8A1FB9B0-BE66-DA45-A336-9102B61C7CF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185" y="1835"/>
                  <a:ext cx="13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18" name="Rectangle 883">
                  <a:extLst>
                    <a:ext uri="{FF2B5EF4-FFF2-40B4-BE49-F238E27FC236}">
                      <a16:creationId xmlns:a16="http://schemas.microsoft.com/office/drawing/2014/main" id="{4FC5A90A-53BF-3E46-B95A-EA95D616B1E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361" y="1835"/>
                  <a:ext cx="13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19" name="Rectangle 884">
                  <a:extLst>
                    <a:ext uri="{FF2B5EF4-FFF2-40B4-BE49-F238E27FC236}">
                      <a16:creationId xmlns:a16="http://schemas.microsoft.com/office/drawing/2014/main" id="{BE438CAE-D09E-3847-84A4-6B10D966847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758" y="1835"/>
                  <a:ext cx="13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20" name="Rectangle 885">
                  <a:extLst>
                    <a:ext uri="{FF2B5EF4-FFF2-40B4-BE49-F238E27FC236}">
                      <a16:creationId xmlns:a16="http://schemas.microsoft.com/office/drawing/2014/main" id="{7D8F22BB-8DE8-3E4E-8B4C-C4A43B5C343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016" y="1835"/>
                  <a:ext cx="12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21" name="Line 886">
                  <a:extLst>
                    <a:ext uri="{FF2B5EF4-FFF2-40B4-BE49-F238E27FC236}">
                      <a16:creationId xmlns:a16="http://schemas.microsoft.com/office/drawing/2014/main" id="{ACA258E3-1B60-F041-AC01-FD9DA6B40CC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72" y="3222"/>
                  <a:ext cx="12" cy="1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22" name="Line 887">
                  <a:extLst>
                    <a:ext uri="{FF2B5EF4-FFF2-40B4-BE49-F238E27FC236}">
                      <a16:creationId xmlns:a16="http://schemas.microsoft.com/office/drawing/2014/main" id="{33D092F2-A085-7643-AF27-77F517766D2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78" y="3216"/>
                  <a:ext cx="1" cy="12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23" name="Line 888">
                  <a:extLst>
                    <a:ext uri="{FF2B5EF4-FFF2-40B4-BE49-F238E27FC236}">
                      <a16:creationId xmlns:a16="http://schemas.microsoft.com/office/drawing/2014/main" id="{B311F96D-5DEC-6F4D-8EA0-030DB7AD674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752" y="3222"/>
                  <a:ext cx="12" cy="1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24" name="Line 889">
                  <a:extLst>
                    <a:ext uri="{FF2B5EF4-FFF2-40B4-BE49-F238E27FC236}">
                      <a16:creationId xmlns:a16="http://schemas.microsoft.com/office/drawing/2014/main" id="{6481598A-EF02-8142-A48A-42C292A6466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758" y="3216"/>
                  <a:ext cx="1" cy="12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25" name="Line 890">
                  <a:extLst>
                    <a:ext uri="{FF2B5EF4-FFF2-40B4-BE49-F238E27FC236}">
                      <a16:creationId xmlns:a16="http://schemas.microsoft.com/office/drawing/2014/main" id="{FB1365B0-A6FA-394C-96AF-BFB16EF7DB1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752" y="3222"/>
                  <a:ext cx="12" cy="1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26" name="Line 891">
                  <a:extLst>
                    <a:ext uri="{FF2B5EF4-FFF2-40B4-BE49-F238E27FC236}">
                      <a16:creationId xmlns:a16="http://schemas.microsoft.com/office/drawing/2014/main" id="{BA5BA663-1DF8-8345-9795-8C2C213DA04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758" y="3216"/>
                  <a:ext cx="1" cy="12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27" name="Line 892">
                  <a:extLst>
                    <a:ext uri="{FF2B5EF4-FFF2-40B4-BE49-F238E27FC236}">
                      <a16:creationId xmlns:a16="http://schemas.microsoft.com/office/drawing/2014/main" id="{30AF6FB5-CC5F-1647-8E32-7D6ACCC4458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582" y="3222"/>
                  <a:ext cx="13" cy="1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28" name="Line 893">
                  <a:extLst>
                    <a:ext uri="{FF2B5EF4-FFF2-40B4-BE49-F238E27FC236}">
                      <a16:creationId xmlns:a16="http://schemas.microsoft.com/office/drawing/2014/main" id="{6780C2CD-DEDF-8E4B-9FB2-53B83EAE94C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588" y="3216"/>
                  <a:ext cx="1" cy="12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29" name="Line 894">
                  <a:extLst>
                    <a:ext uri="{FF2B5EF4-FFF2-40B4-BE49-F238E27FC236}">
                      <a16:creationId xmlns:a16="http://schemas.microsoft.com/office/drawing/2014/main" id="{DF9618E4-FF49-464B-B75B-6903F8504E9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450" y="3222"/>
                  <a:ext cx="13" cy="1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30" name="Line 895">
                  <a:extLst>
                    <a:ext uri="{FF2B5EF4-FFF2-40B4-BE49-F238E27FC236}">
                      <a16:creationId xmlns:a16="http://schemas.microsoft.com/office/drawing/2014/main" id="{7B1F994F-386B-BC4E-B5F3-AAB11043537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456" y="3216"/>
                  <a:ext cx="1" cy="12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31" name="Rectangle 896">
                  <a:extLst>
                    <a:ext uri="{FF2B5EF4-FFF2-40B4-BE49-F238E27FC236}">
                      <a16:creationId xmlns:a16="http://schemas.microsoft.com/office/drawing/2014/main" id="{E00964BF-BF84-1244-90D9-199381E3278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78" y="1835"/>
                  <a:ext cx="13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32" name="Rectangle 897">
                  <a:extLst>
                    <a:ext uri="{FF2B5EF4-FFF2-40B4-BE49-F238E27FC236}">
                      <a16:creationId xmlns:a16="http://schemas.microsoft.com/office/drawing/2014/main" id="{D19591C0-3DCD-0245-9D04-38646169E70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185" y="1835"/>
                  <a:ext cx="13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33" name="Rectangle 898">
                  <a:extLst>
                    <a:ext uri="{FF2B5EF4-FFF2-40B4-BE49-F238E27FC236}">
                      <a16:creationId xmlns:a16="http://schemas.microsoft.com/office/drawing/2014/main" id="{A0A2DB4F-4FF5-D94C-9490-B23796570EE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361" y="1835"/>
                  <a:ext cx="13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34" name="Line 899">
                  <a:extLst>
                    <a:ext uri="{FF2B5EF4-FFF2-40B4-BE49-F238E27FC236}">
                      <a16:creationId xmlns:a16="http://schemas.microsoft.com/office/drawing/2014/main" id="{66E1FB61-D3AE-6A42-8194-E481167B98D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487" y="3222"/>
                  <a:ext cx="13" cy="1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35" name="Line 900">
                  <a:extLst>
                    <a:ext uri="{FF2B5EF4-FFF2-40B4-BE49-F238E27FC236}">
                      <a16:creationId xmlns:a16="http://schemas.microsoft.com/office/drawing/2014/main" id="{A46354E3-D91D-B548-9033-2C8A7EB3F92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493" y="3216"/>
                  <a:ext cx="1" cy="12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36" name="Line 901">
                  <a:extLst>
                    <a:ext uri="{FF2B5EF4-FFF2-40B4-BE49-F238E27FC236}">
                      <a16:creationId xmlns:a16="http://schemas.microsoft.com/office/drawing/2014/main" id="{B4D392BD-299E-A741-85D8-CB4EDF45412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173" y="3222"/>
                  <a:ext cx="12" cy="1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37" name="Line 902">
                  <a:extLst>
                    <a:ext uri="{FF2B5EF4-FFF2-40B4-BE49-F238E27FC236}">
                      <a16:creationId xmlns:a16="http://schemas.microsoft.com/office/drawing/2014/main" id="{5C9BDC04-7331-5F48-8899-BA5DB655DCB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179" y="3216"/>
                  <a:ext cx="1" cy="12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38" name="Rectangle 903">
                  <a:extLst>
                    <a:ext uri="{FF2B5EF4-FFF2-40B4-BE49-F238E27FC236}">
                      <a16:creationId xmlns:a16="http://schemas.microsoft.com/office/drawing/2014/main" id="{37E0F2CA-367D-194A-A99E-A5DC613C358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21" y="1835"/>
                  <a:ext cx="13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39" name="Rectangle 904">
                  <a:extLst>
                    <a:ext uri="{FF2B5EF4-FFF2-40B4-BE49-F238E27FC236}">
                      <a16:creationId xmlns:a16="http://schemas.microsoft.com/office/drawing/2014/main" id="{C0D1CF4F-2F8D-B945-AA5D-1D12A887FA3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148" y="1835"/>
                  <a:ext cx="12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40" name="Rectangle 905">
                  <a:extLst>
                    <a:ext uri="{FF2B5EF4-FFF2-40B4-BE49-F238E27FC236}">
                      <a16:creationId xmlns:a16="http://schemas.microsoft.com/office/drawing/2014/main" id="{1FE36E17-D3A7-FE45-9B6A-2343C6577EB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324" y="1835"/>
                  <a:ext cx="12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41" name="Line 906">
                  <a:extLst>
                    <a:ext uri="{FF2B5EF4-FFF2-40B4-BE49-F238E27FC236}">
                      <a16:creationId xmlns:a16="http://schemas.microsoft.com/office/drawing/2014/main" id="{6475D931-D0ED-8949-BF20-2FEC9334881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462" y="3222"/>
                  <a:ext cx="12" cy="1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42" name="Line 907">
                  <a:extLst>
                    <a:ext uri="{FF2B5EF4-FFF2-40B4-BE49-F238E27FC236}">
                      <a16:creationId xmlns:a16="http://schemas.microsoft.com/office/drawing/2014/main" id="{6172AADF-D983-CD40-8F90-24A903A3FFF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468" y="3216"/>
                  <a:ext cx="1" cy="12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43" name="Rectangle 908">
                  <a:extLst>
                    <a:ext uri="{FF2B5EF4-FFF2-40B4-BE49-F238E27FC236}">
                      <a16:creationId xmlns:a16="http://schemas.microsoft.com/office/drawing/2014/main" id="{00C9FEC5-E7C4-3947-BEE4-D6368C15995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160" y="1835"/>
                  <a:ext cx="13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44" name="Line 909">
                  <a:extLst>
                    <a:ext uri="{FF2B5EF4-FFF2-40B4-BE49-F238E27FC236}">
                      <a16:creationId xmlns:a16="http://schemas.microsoft.com/office/drawing/2014/main" id="{CEFF1B51-804E-D34A-8818-64B9DACFAEA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752" y="3222"/>
                  <a:ext cx="12" cy="1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45" name="Line 910">
                  <a:extLst>
                    <a:ext uri="{FF2B5EF4-FFF2-40B4-BE49-F238E27FC236}">
                      <a16:creationId xmlns:a16="http://schemas.microsoft.com/office/drawing/2014/main" id="{7741AFE2-7747-2846-BE31-1906062FBFF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758" y="3216"/>
                  <a:ext cx="1" cy="12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46" name="Line 911">
                  <a:extLst>
                    <a:ext uri="{FF2B5EF4-FFF2-40B4-BE49-F238E27FC236}">
                      <a16:creationId xmlns:a16="http://schemas.microsoft.com/office/drawing/2014/main" id="{1FFFA144-5307-3640-9418-75ADEC87FFE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582" y="3222"/>
                  <a:ext cx="13" cy="1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47" name="Line 912">
                  <a:extLst>
                    <a:ext uri="{FF2B5EF4-FFF2-40B4-BE49-F238E27FC236}">
                      <a16:creationId xmlns:a16="http://schemas.microsoft.com/office/drawing/2014/main" id="{DB11E9DC-F94E-9649-8BD6-C17BD030EA5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588" y="3216"/>
                  <a:ext cx="1" cy="12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48" name="Line 913">
                  <a:extLst>
                    <a:ext uri="{FF2B5EF4-FFF2-40B4-BE49-F238E27FC236}">
                      <a16:creationId xmlns:a16="http://schemas.microsoft.com/office/drawing/2014/main" id="{31F15A79-DBF6-0642-AC0F-16E00266E4E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450" y="3222"/>
                  <a:ext cx="13" cy="1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49" name="Line 914">
                  <a:extLst>
                    <a:ext uri="{FF2B5EF4-FFF2-40B4-BE49-F238E27FC236}">
                      <a16:creationId xmlns:a16="http://schemas.microsoft.com/office/drawing/2014/main" id="{30DBCA70-D3D7-5144-9739-531C4095C86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456" y="3216"/>
                  <a:ext cx="1" cy="12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50" name="Line 915">
                  <a:extLst>
                    <a:ext uri="{FF2B5EF4-FFF2-40B4-BE49-F238E27FC236}">
                      <a16:creationId xmlns:a16="http://schemas.microsoft.com/office/drawing/2014/main" id="{BFB7FA68-1478-D243-A4BC-DDE0D550745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337" y="3222"/>
                  <a:ext cx="13" cy="1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51" name="Line 916">
                  <a:extLst>
                    <a:ext uri="{FF2B5EF4-FFF2-40B4-BE49-F238E27FC236}">
                      <a16:creationId xmlns:a16="http://schemas.microsoft.com/office/drawing/2014/main" id="{0B4AA755-5A6F-BD49-A4A8-AD7E720D804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343" y="3216"/>
                  <a:ext cx="1" cy="12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52" name="Line 917">
                  <a:extLst>
                    <a:ext uri="{FF2B5EF4-FFF2-40B4-BE49-F238E27FC236}">
                      <a16:creationId xmlns:a16="http://schemas.microsoft.com/office/drawing/2014/main" id="{84BF1E93-8A46-B549-BBD0-D76AD46F7B3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249" y="3222"/>
                  <a:ext cx="13" cy="1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53" name="Line 918">
                  <a:extLst>
                    <a:ext uri="{FF2B5EF4-FFF2-40B4-BE49-F238E27FC236}">
                      <a16:creationId xmlns:a16="http://schemas.microsoft.com/office/drawing/2014/main" id="{DF66B5FC-0098-B74A-BAE2-D0AA44FBDE4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255" y="3216"/>
                  <a:ext cx="1" cy="12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54" name="Line 919">
                  <a:extLst>
                    <a:ext uri="{FF2B5EF4-FFF2-40B4-BE49-F238E27FC236}">
                      <a16:creationId xmlns:a16="http://schemas.microsoft.com/office/drawing/2014/main" id="{5A705ACA-4B4A-2F42-A03C-B0F28588AE3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180" y="3222"/>
                  <a:ext cx="12" cy="1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55" name="Line 920">
                  <a:extLst>
                    <a:ext uri="{FF2B5EF4-FFF2-40B4-BE49-F238E27FC236}">
                      <a16:creationId xmlns:a16="http://schemas.microsoft.com/office/drawing/2014/main" id="{3F986417-D801-9C42-9D59-CFE3A7FFF55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186" y="3216"/>
                  <a:ext cx="1" cy="12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56" name="Line 921">
                  <a:extLst>
                    <a:ext uri="{FF2B5EF4-FFF2-40B4-BE49-F238E27FC236}">
                      <a16:creationId xmlns:a16="http://schemas.microsoft.com/office/drawing/2014/main" id="{49DCB126-F830-C546-B192-B70EEDB6B44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123" y="3222"/>
                  <a:ext cx="13" cy="1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57" name="Line 922">
                  <a:extLst>
                    <a:ext uri="{FF2B5EF4-FFF2-40B4-BE49-F238E27FC236}">
                      <a16:creationId xmlns:a16="http://schemas.microsoft.com/office/drawing/2014/main" id="{00E60AFE-4866-6B49-BEB3-3FD0EA55BAE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130" y="3216"/>
                  <a:ext cx="1" cy="12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58" name="Line 923">
                  <a:extLst>
                    <a:ext uri="{FF2B5EF4-FFF2-40B4-BE49-F238E27FC236}">
                      <a16:creationId xmlns:a16="http://schemas.microsoft.com/office/drawing/2014/main" id="{FEB84E52-66A5-E341-84A8-27D21342C70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079" y="3222"/>
                  <a:ext cx="13" cy="1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59" name="Line 924">
                  <a:extLst>
                    <a:ext uri="{FF2B5EF4-FFF2-40B4-BE49-F238E27FC236}">
                      <a16:creationId xmlns:a16="http://schemas.microsoft.com/office/drawing/2014/main" id="{AFA8D695-1AE5-3540-A37C-23881EE5475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086" y="3216"/>
                  <a:ext cx="1" cy="12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60" name="Line 925">
                  <a:extLst>
                    <a:ext uri="{FF2B5EF4-FFF2-40B4-BE49-F238E27FC236}">
                      <a16:creationId xmlns:a16="http://schemas.microsoft.com/office/drawing/2014/main" id="{1DDEC40E-5651-5F46-AA67-0F337F0B807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042" y="3222"/>
                  <a:ext cx="12" cy="1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61" name="Line 926">
                  <a:extLst>
                    <a:ext uri="{FF2B5EF4-FFF2-40B4-BE49-F238E27FC236}">
                      <a16:creationId xmlns:a16="http://schemas.microsoft.com/office/drawing/2014/main" id="{CD191F54-616C-6842-AFD6-5F3C34573B1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048" y="3216"/>
                  <a:ext cx="1" cy="12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62" name="Line 927">
                  <a:extLst>
                    <a:ext uri="{FF2B5EF4-FFF2-40B4-BE49-F238E27FC236}">
                      <a16:creationId xmlns:a16="http://schemas.microsoft.com/office/drawing/2014/main" id="{D8B79E5B-9AE2-4346-BD4B-A2441A04E64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016" y="3222"/>
                  <a:ext cx="13" cy="1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63" name="Line 928">
                  <a:extLst>
                    <a:ext uri="{FF2B5EF4-FFF2-40B4-BE49-F238E27FC236}">
                      <a16:creationId xmlns:a16="http://schemas.microsoft.com/office/drawing/2014/main" id="{F6758B6A-72CC-F04B-8CD8-1987F1CC6B7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023" y="3216"/>
                  <a:ext cx="1" cy="12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64" name="Line 929">
                  <a:extLst>
                    <a:ext uri="{FF2B5EF4-FFF2-40B4-BE49-F238E27FC236}">
                      <a16:creationId xmlns:a16="http://schemas.microsoft.com/office/drawing/2014/main" id="{4EAB93AA-B9EA-234F-91E3-9C166B18A90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991" y="3222"/>
                  <a:ext cx="13" cy="1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65" name="Line 930">
                  <a:extLst>
                    <a:ext uri="{FF2B5EF4-FFF2-40B4-BE49-F238E27FC236}">
                      <a16:creationId xmlns:a16="http://schemas.microsoft.com/office/drawing/2014/main" id="{8B644B78-388F-264C-8E73-ACDBE359760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998" y="3216"/>
                  <a:ext cx="1" cy="12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66" name="Line 931">
                  <a:extLst>
                    <a:ext uri="{FF2B5EF4-FFF2-40B4-BE49-F238E27FC236}">
                      <a16:creationId xmlns:a16="http://schemas.microsoft.com/office/drawing/2014/main" id="{0A91DE94-69CB-BB49-9061-D6AC64DF230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972" y="3222"/>
                  <a:ext cx="13" cy="1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67" name="Line 932">
                  <a:extLst>
                    <a:ext uri="{FF2B5EF4-FFF2-40B4-BE49-F238E27FC236}">
                      <a16:creationId xmlns:a16="http://schemas.microsoft.com/office/drawing/2014/main" id="{F121E322-76EC-6F4D-8D51-B3563A0D8A9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979" y="3216"/>
                  <a:ext cx="1" cy="12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68" name="Line 933">
                  <a:extLst>
                    <a:ext uri="{FF2B5EF4-FFF2-40B4-BE49-F238E27FC236}">
                      <a16:creationId xmlns:a16="http://schemas.microsoft.com/office/drawing/2014/main" id="{59BE669A-579A-5C46-A531-FEA22C5E0AE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960" y="3222"/>
                  <a:ext cx="12" cy="1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69" name="Line 934">
                  <a:extLst>
                    <a:ext uri="{FF2B5EF4-FFF2-40B4-BE49-F238E27FC236}">
                      <a16:creationId xmlns:a16="http://schemas.microsoft.com/office/drawing/2014/main" id="{67A467F5-EBA0-4B4D-8284-609B9A6BE26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966" y="3216"/>
                  <a:ext cx="1" cy="12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70" name="Line 935">
                  <a:extLst>
                    <a:ext uri="{FF2B5EF4-FFF2-40B4-BE49-F238E27FC236}">
                      <a16:creationId xmlns:a16="http://schemas.microsoft.com/office/drawing/2014/main" id="{ECE4BEA5-3593-994C-B195-4423942A6E5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947" y="3222"/>
                  <a:ext cx="13" cy="1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71" name="Line 936">
                  <a:extLst>
                    <a:ext uri="{FF2B5EF4-FFF2-40B4-BE49-F238E27FC236}">
                      <a16:creationId xmlns:a16="http://schemas.microsoft.com/office/drawing/2014/main" id="{54BACAAF-9A36-5D43-9193-FF89AAC9700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954" y="3216"/>
                  <a:ext cx="1" cy="12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72" name="Line 937">
                  <a:extLst>
                    <a:ext uri="{FF2B5EF4-FFF2-40B4-BE49-F238E27FC236}">
                      <a16:creationId xmlns:a16="http://schemas.microsoft.com/office/drawing/2014/main" id="{956D6C0C-8ED4-1A44-8493-CE401F377BA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935" y="3222"/>
                  <a:ext cx="12" cy="1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73" name="Line 938">
                  <a:extLst>
                    <a:ext uri="{FF2B5EF4-FFF2-40B4-BE49-F238E27FC236}">
                      <a16:creationId xmlns:a16="http://schemas.microsoft.com/office/drawing/2014/main" id="{E6D85AE5-F764-204F-8316-FCC96BE0E2E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941" y="3216"/>
                  <a:ext cx="1" cy="12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74" name="Line 939">
                  <a:extLst>
                    <a:ext uri="{FF2B5EF4-FFF2-40B4-BE49-F238E27FC236}">
                      <a16:creationId xmlns:a16="http://schemas.microsoft.com/office/drawing/2014/main" id="{FC7B6593-D499-4D42-99C2-CEF8BC759AB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928" y="3222"/>
                  <a:ext cx="13" cy="1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75" name="Line 940">
                  <a:extLst>
                    <a:ext uri="{FF2B5EF4-FFF2-40B4-BE49-F238E27FC236}">
                      <a16:creationId xmlns:a16="http://schemas.microsoft.com/office/drawing/2014/main" id="{C2E4B05C-A048-994D-8FF7-60123BADAE5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935" y="3216"/>
                  <a:ext cx="1" cy="12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76" name="Line 941">
                  <a:extLst>
                    <a:ext uri="{FF2B5EF4-FFF2-40B4-BE49-F238E27FC236}">
                      <a16:creationId xmlns:a16="http://schemas.microsoft.com/office/drawing/2014/main" id="{53F38658-A9C7-B149-AE0B-3B7872F6944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922" y="3222"/>
                  <a:ext cx="13" cy="1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77" name="Line 942">
                  <a:extLst>
                    <a:ext uri="{FF2B5EF4-FFF2-40B4-BE49-F238E27FC236}">
                      <a16:creationId xmlns:a16="http://schemas.microsoft.com/office/drawing/2014/main" id="{B8D5EB99-E199-6047-9E07-2A09FB6F852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928" y="3216"/>
                  <a:ext cx="1" cy="12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78" name="Line 943">
                  <a:extLst>
                    <a:ext uri="{FF2B5EF4-FFF2-40B4-BE49-F238E27FC236}">
                      <a16:creationId xmlns:a16="http://schemas.microsoft.com/office/drawing/2014/main" id="{2305BA41-AD08-8641-8330-2A3D47D427C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916" y="3222"/>
                  <a:ext cx="12" cy="1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79" name="Line 944">
                  <a:extLst>
                    <a:ext uri="{FF2B5EF4-FFF2-40B4-BE49-F238E27FC236}">
                      <a16:creationId xmlns:a16="http://schemas.microsoft.com/office/drawing/2014/main" id="{A0EC352C-BCEC-6941-8F1F-C739FEF062C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922" y="3216"/>
                  <a:ext cx="1" cy="12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80" name="Line 945">
                  <a:extLst>
                    <a:ext uri="{FF2B5EF4-FFF2-40B4-BE49-F238E27FC236}">
                      <a16:creationId xmlns:a16="http://schemas.microsoft.com/office/drawing/2014/main" id="{B472C6B0-5432-7549-9976-2C8666AE9BB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916" y="3222"/>
                  <a:ext cx="12" cy="1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81" name="Line 946">
                  <a:extLst>
                    <a:ext uri="{FF2B5EF4-FFF2-40B4-BE49-F238E27FC236}">
                      <a16:creationId xmlns:a16="http://schemas.microsoft.com/office/drawing/2014/main" id="{4ACA4D16-BA3D-B347-B748-738DE4E15D8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922" y="3216"/>
                  <a:ext cx="1" cy="12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82" name="Line 947">
                  <a:extLst>
                    <a:ext uri="{FF2B5EF4-FFF2-40B4-BE49-F238E27FC236}">
                      <a16:creationId xmlns:a16="http://schemas.microsoft.com/office/drawing/2014/main" id="{FC08D606-FF72-744F-A2CE-1ABEAD04A69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910" y="3222"/>
                  <a:ext cx="12" cy="1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83" name="Line 948">
                  <a:extLst>
                    <a:ext uri="{FF2B5EF4-FFF2-40B4-BE49-F238E27FC236}">
                      <a16:creationId xmlns:a16="http://schemas.microsoft.com/office/drawing/2014/main" id="{EB440F99-63D7-9944-9EB1-BD80A9C3A0E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916" y="3216"/>
                  <a:ext cx="1" cy="12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84" name="Line 949">
                  <a:extLst>
                    <a:ext uri="{FF2B5EF4-FFF2-40B4-BE49-F238E27FC236}">
                      <a16:creationId xmlns:a16="http://schemas.microsoft.com/office/drawing/2014/main" id="{262FE6DE-5648-DF49-83E8-9EDACB80AC0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910" y="3222"/>
                  <a:ext cx="12" cy="1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85" name="Line 950">
                  <a:extLst>
                    <a:ext uri="{FF2B5EF4-FFF2-40B4-BE49-F238E27FC236}">
                      <a16:creationId xmlns:a16="http://schemas.microsoft.com/office/drawing/2014/main" id="{2E213216-58C2-5449-973B-641FD48C41B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916" y="3216"/>
                  <a:ext cx="1" cy="12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86" name="Line 951">
                  <a:extLst>
                    <a:ext uri="{FF2B5EF4-FFF2-40B4-BE49-F238E27FC236}">
                      <a16:creationId xmlns:a16="http://schemas.microsoft.com/office/drawing/2014/main" id="{2437CC4E-8453-744A-8553-1D268677086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910" y="3222"/>
                  <a:ext cx="12" cy="1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87" name="Line 952">
                  <a:extLst>
                    <a:ext uri="{FF2B5EF4-FFF2-40B4-BE49-F238E27FC236}">
                      <a16:creationId xmlns:a16="http://schemas.microsoft.com/office/drawing/2014/main" id="{2606E90B-6118-B447-9C1C-62476956A83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916" y="3216"/>
                  <a:ext cx="1" cy="12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88" name="Line 953">
                  <a:extLst>
                    <a:ext uri="{FF2B5EF4-FFF2-40B4-BE49-F238E27FC236}">
                      <a16:creationId xmlns:a16="http://schemas.microsoft.com/office/drawing/2014/main" id="{AA2ECDD6-0A13-8043-8F54-0236E8660EA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903" y="3222"/>
                  <a:ext cx="13" cy="1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89" name="Line 954">
                  <a:extLst>
                    <a:ext uri="{FF2B5EF4-FFF2-40B4-BE49-F238E27FC236}">
                      <a16:creationId xmlns:a16="http://schemas.microsoft.com/office/drawing/2014/main" id="{E9C235C3-2ADD-8545-9DAE-B6ACC0B39BB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910" y="3216"/>
                  <a:ext cx="1" cy="12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90" name="Line 955">
                  <a:extLst>
                    <a:ext uri="{FF2B5EF4-FFF2-40B4-BE49-F238E27FC236}">
                      <a16:creationId xmlns:a16="http://schemas.microsoft.com/office/drawing/2014/main" id="{E0D51FBD-3E9D-754C-9CE1-3ACB0EF0AB1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903" y="3222"/>
                  <a:ext cx="13" cy="1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91" name="Line 956">
                  <a:extLst>
                    <a:ext uri="{FF2B5EF4-FFF2-40B4-BE49-F238E27FC236}">
                      <a16:creationId xmlns:a16="http://schemas.microsoft.com/office/drawing/2014/main" id="{9DA2DEBA-8A65-B94A-AA35-10C2B192CF4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910" y="3216"/>
                  <a:ext cx="1" cy="12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92" name="Line 957">
                  <a:extLst>
                    <a:ext uri="{FF2B5EF4-FFF2-40B4-BE49-F238E27FC236}">
                      <a16:creationId xmlns:a16="http://schemas.microsoft.com/office/drawing/2014/main" id="{FCBE992A-13EB-FD45-9CC7-88EBA11F928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903" y="3222"/>
                  <a:ext cx="13" cy="1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93" name="Line 958">
                  <a:extLst>
                    <a:ext uri="{FF2B5EF4-FFF2-40B4-BE49-F238E27FC236}">
                      <a16:creationId xmlns:a16="http://schemas.microsoft.com/office/drawing/2014/main" id="{1CB52A45-C603-FC45-AE70-10CB0C48F7E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910" y="3216"/>
                  <a:ext cx="1" cy="12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94" name="Line 959">
                  <a:extLst>
                    <a:ext uri="{FF2B5EF4-FFF2-40B4-BE49-F238E27FC236}">
                      <a16:creationId xmlns:a16="http://schemas.microsoft.com/office/drawing/2014/main" id="{69573BB3-ADF4-1C4C-82B3-548C946D65F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903" y="3222"/>
                  <a:ext cx="13" cy="1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95" name="Line 960">
                  <a:extLst>
                    <a:ext uri="{FF2B5EF4-FFF2-40B4-BE49-F238E27FC236}">
                      <a16:creationId xmlns:a16="http://schemas.microsoft.com/office/drawing/2014/main" id="{F8DEAED0-DA83-CC47-8E63-6129BF02A05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910" y="3216"/>
                  <a:ext cx="1" cy="12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96" name="Line 961">
                  <a:extLst>
                    <a:ext uri="{FF2B5EF4-FFF2-40B4-BE49-F238E27FC236}">
                      <a16:creationId xmlns:a16="http://schemas.microsoft.com/office/drawing/2014/main" id="{7E56AD09-5332-3448-BB05-E6FEB55F4FF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903" y="3222"/>
                  <a:ext cx="13" cy="1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97" name="Line 962">
                  <a:extLst>
                    <a:ext uri="{FF2B5EF4-FFF2-40B4-BE49-F238E27FC236}">
                      <a16:creationId xmlns:a16="http://schemas.microsoft.com/office/drawing/2014/main" id="{AA77AB5E-03B4-0A4F-BDB1-431A0CC5990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910" y="3216"/>
                  <a:ext cx="1" cy="12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98" name="Line 963">
                  <a:extLst>
                    <a:ext uri="{FF2B5EF4-FFF2-40B4-BE49-F238E27FC236}">
                      <a16:creationId xmlns:a16="http://schemas.microsoft.com/office/drawing/2014/main" id="{763ECD90-A1BF-BE4E-A674-02DD0BEB9BC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903" y="3222"/>
                  <a:ext cx="13" cy="1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99" name="Line 964">
                  <a:extLst>
                    <a:ext uri="{FF2B5EF4-FFF2-40B4-BE49-F238E27FC236}">
                      <a16:creationId xmlns:a16="http://schemas.microsoft.com/office/drawing/2014/main" id="{C3BF9C24-715A-564C-91F0-F18A3E03D2B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910" y="3216"/>
                  <a:ext cx="1" cy="12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00" name="Line 965">
                  <a:extLst>
                    <a:ext uri="{FF2B5EF4-FFF2-40B4-BE49-F238E27FC236}">
                      <a16:creationId xmlns:a16="http://schemas.microsoft.com/office/drawing/2014/main" id="{4458A2F0-332A-0647-90D4-BCC1C43AAE0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903" y="3222"/>
                  <a:ext cx="13" cy="1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01" name="Line 966">
                  <a:extLst>
                    <a:ext uri="{FF2B5EF4-FFF2-40B4-BE49-F238E27FC236}">
                      <a16:creationId xmlns:a16="http://schemas.microsoft.com/office/drawing/2014/main" id="{38C373D2-C171-6A48-A01F-0860E712001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910" y="3216"/>
                  <a:ext cx="1" cy="12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02" name="Line 967">
                  <a:extLst>
                    <a:ext uri="{FF2B5EF4-FFF2-40B4-BE49-F238E27FC236}">
                      <a16:creationId xmlns:a16="http://schemas.microsoft.com/office/drawing/2014/main" id="{725400FB-1622-104E-B395-26FEE7FE377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903" y="3222"/>
                  <a:ext cx="13" cy="1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03" name="Line 968">
                  <a:extLst>
                    <a:ext uri="{FF2B5EF4-FFF2-40B4-BE49-F238E27FC236}">
                      <a16:creationId xmlns:a16="http://schemas.microsoft.com/office/drawing/2014/main" id="{2A962DD7-A895-5E42-A6AA-BB0D300B41B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910" y="3216"/>
                  <a:ext cx="1" cy="12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04" name="Line 969">
                  <a:extLst>
                    <a:ext uri="{FF2B5EF4-FFF2-40B4-BE49-F238E27FC236}">
                      <a16:creationId xmlns:a16="http://schemas.microsoft.com/office/drawing/2014/main" id="{5C2C59F2-19F5-BF47-BEEC-4648700337B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903" y="3222"/>
                  <a:ext cx="13" cy="1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05" name="Line 970">
                  <a:extLst>
                    <a:ext uri="{FF2B5EF4-FFF2-40B4-BE49-F238E27FC236}">
                      <a16:creationId xmlns:a16="http://schemas.microsoft.com/office/drawing/2014/main" id="{22C79EF1-8478-CB41-948B-EFE51A40AC8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910" y="3216"/>
                  <a:ext cx="1" cy="12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06" name="Line 971">
                  <a:extLst>
                    <a:ext uri="{FF2B5EF4-FFF2-40B4-BE49-F238E27FC236}">
                      <a16:creationId xmlns:a16="http://schemas.microsoft.com/office/drawing/2014/main" id="{513B6C01-8936-EB44-8E4F-4B377EE1170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903" y="3222"/>
                  <a:ext cx="13" cy="1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07" name="Line 972">
                  <a:extLst>
                    <a:ext uri="{FF2B5EF4-FFF2-40B4-BE49-F238E27FC236}">
                      <a16:creationId xmlns:a16="http://schemas.microsoft.com/office/drawing/2014/main" id="{73BF1F3D-7E29-814B-9854-03B83B9DFCE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910" y="3216"/>
                  <a:ext cx="1" cy="12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08" name="Line 973">
                  <a:extLst>
                    <a:ext uri="{FF2B5EF4-FFF2-40B4-BE49-F238E27FC236}">
                      <a16:creationId xmlns:a16="http://schemas.microsoft.com/office/drawing/2014/main" id="{5C8E6A96-95FE-034F-8010-A6992EA0983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903" y="3222"/>
                  <a:ext cx="13" cy="1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09" name="Line 974">
                  <a:extLst>
                    <a:ext uri="{FF2B5EF4-FFF2-40B4-BE49-F238E27FC236}">
                      <a16:creationId xmlns:a16="http://schemas.microsoft.com/office/drawing/2014/main" id="{935AFA75-53DA-754B-9B11-C32A1D397B8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910" y="3216"/>
                  <a:ext cx="1" cy="12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10" name="Line 975">
                  <a:extLst>
                    <a:ext uri="{FF2B5EF4-FFF2-40B4-BE49-F238E27FC236}">
                      <a16:creationId xmlns:a16="http://schemas.microsoft.com/office/drawing/2014/main" id="{1314D2D4-E6A8-ED47-B4B9-0C347FBA644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903" y="3222"/>
                  <a:ext cx="13" cy="1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11" name="Line 976">
                  <a:extLst>
                    <a:ext uri="{FF2B5EF4-FFF2-40B4-BE49-F238E27FC236}">
                      <a16:creationId xmlns:a16="http://schemas.microsoft.com/office/drawing/2014/main" id="{CDCD5DB8-D170-054E-9E93-314C4FB218E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910" y="3216"/>
                  <a:ext cx="1" cy="12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12" name="Line 977">
                  <a:extLst>
                    <a:ext uri="{FF2B5EF4-FFF2-40B4-BE49-F238E27FC236}">
                      <a16:creationId xmlns:a16="http://schemas.microsoft.com/office/drawing/2014/main" id="{07858138-0495-EB42-ABA6-A98CDD526A4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897" y="3222"/>
                  <a:ext cx="13" cy="1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13" name="Line 978">
                  <a:extLst>
                    <a:ext uri="{FF2B5EF4-FFF2-40B4-BE49-F238E27FC236}">
                      <a16:creationId xmlns:a16="http://schemas.microsoft.com/office/drawing/2014/main" id="{E21D4680-7BCB-1843-8E13-CFFAC54232B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903" y="3216"/>
                  <a:ext cx="1" cy="12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14" name="Line 979">
                  <a:extLst>
                    <a:ext uri="{FF2B5EF4-FFF2-40B4-BE49-F238E27FC236}">
                      <a16:creationId xmlns:a16="http://schemas.microsoft.com/office/drawing/2014/main" id="{DF97A69A-A5A5-B448-84A8-80BDDEF9FDB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897" y="3222"/>
                  <a:ext cx="13" cy="1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15" name="Line 980">
                  <a:extLst>
                    <a:ext uri="{FF2B5EF4-FFF2-40B4-BE49-F238E27FC236}">
                      <a16:creationId xmlns:a16="http://schemas.microsoft.com/office/drawing/2014/main" id="{FE36E12D-6BB7-B94E-911E-A392B5250E5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903" y="3216"/>
                  <a:ext cx="1" cy="12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16" name="Line 981">
                  <a:extLst>
                    <a:ext uri="{FF2B5EF4-FFF2-40B4-BE49-F238E27FC236}">
                      <a16:creationId xmlns:a16="http://schemas.microsoft.com/office/drawing/2014/main" id="{B90BE25B-4500-7D4A-A18D-2200B53B4E2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897" y="3222"/>
                  <a:ext cx="13" cy="1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17" name="Line 982">
                  <a:extLst>
                    <a:ext uri="{FF2B5EF4-FFF2-40B4-BE49-F238E27FC236}">
                      <a16:creationId xmlns:a16="http://schemas.microsoft.com/office/drawing/2014/main" id="{E42CFDB9-DF94-1D4B-A1EC-E6A17DB7739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903" y="3216"/>
                  <a:ext cx="1" cy="12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18" name="Line 983">
                  <a:extLst>
                    <a:ext uri="{FF2B5EF4-FFF2-40B4-BE49-F238E27FC236}">
                      <a16:creationId xmlns:a16="http://schemas.microsoft.com/office/drawing/2014/main" id="{74984908-E317-0A4C-AA30-7D5632CA0E5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897" y="3222"/>
                  <a:ext cx="13" cy="1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19" name="Line 984">
                  <a:extLst>
                    <a:ext uri="{FF2B5EF4-FFF2-40B4-BE49-F238E27FC236}">
                      <a16:creationId xmlns:a16="http://schemas.microsoft.com/office/drawing/2014/main" id="{A860D04D-FB0F-1340-A569-0F861E830DF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903" y="3216"/>
                  <a:ext cx="1" cy="12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20" name="Line 985">
                  <a:extLst>
                    <a:ext uri="{FF2B5EF4-FFF2-40B4-BE49-F238E27FC236}">
                      <a16:creationId xmlns:a16="http://schemas.microsoft.com/office/drawing/2014/main" id="{3FC69791-66F1-A047-B74A-F42A70251E0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897" y="3222"/>
                  <a:ext cx="13" cy="1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21" name="Line 986">
                  <a:extLst>
                    <a:ext uri="{FF2B5EF4-FFF2-40B4-BE49-F238E27FC236}">
                      <a16:creationId xmlns:a16="http://schemas.microsoft.com/office/drawing/2014/main" id="{2A6EFAFA-AC84-A148-B5E3-728C936C7A2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903" y="3216"/>
                  <a:ext cx="1" cy="12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22" name="Line 987">
                  <a:extLst>
                    <a:ext uri="{FF2B5EF4-FFF2-40B4-BE49-F238E27FC236}">
                      <a16:creationId xmlns:a16="http://schemas.microsoft.com/office/drawing/2014/main" id="{07C29218-D01B-1D4E-B0AB-896D7FD6F97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897" y="3222"/>
                  <a:ext cx="13" cy="1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23" name="Line 988">
                  <a:extLst>
                    <a:ext uri="{FF2B5EF4-FFF2-40B4-BE49-F238E27FC236}">
                      <a16:creationId xmlns:a16="http://schemas.microsoft.com/office/drawing/2014/main" id="{26456D89-EB97-1C48-8395-79B3B484030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903" y="3216"/>
                  <a:ext cx="1" cy="12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24" name="Line 989">
                  <a:extLst>
                    <a:ext uri="{FF2B5EF4-FFF2-40B4-BE49-F238E27FC236}">
                      <a16:creationId xmlns:a16="http://schemas.microsoft.com/office/drawing/2014/main" id="{B4C9F4AA-D469-B946-AAFB-07EFB47C011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897" y="3222"/>
                  <a:ext cx="13" cy="1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25" name="Line 990">
                  <a:extLst>
                    <a:ext uri="{FF2B5EF4-FFF2-40B4-BE49-F238E27FC236}">
                      <a16:creationId xmlns:a16="http://schemas.microsoft.com/office/drawing/2014/main" id="{18D0E7E7-2DFA-0245-A95E-97B1BE3A42A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903" y="3216"/>
                  <a:ext cx="1" cy="12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26" name="Line 991">
                  <a:extLst>
                    <a:ext uri="{FF2B5EF4-FFF2-40B4-BE49-F238E27FC236}">
                      <a16:creationId xmlns:a16="http://schemas.microsoft.com/office/drawing/2014/main" id="{CCB0AF52-2771-D74C-95F6-0C2958A28D6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897" y="3222"/>
                  <a:ext cx="13" cy="1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27" name="Line 992">
                  <a:extLst>
                    <a:ext uri="{FF2B5EF4-FFF2-40B4-BE49-F238E27FC236}">
                      <a16:creationId xmlns:a16="http://schemas.microsoft.com/office/drawing/2014/main" id="{6F288112-5CE3-274B-B6B1-1AF39802513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903" y="3216"/>
                  <a:ext cx="1" cy="12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28" name="Line 993">
                  <a:extLst>
                    <a:ext uri="{FF2B5EF4-FFF2-40B4-BE49-F238E27FC236}">
                      <a16:creationId xmlns:a16="http://schemas.microsoft.com/office/drawing/2014/main" id="{53B17051-164F-A74D-A23F-6E9C4BF61AC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897" y="3222"/>
                  <a:ext cx="13" cy="1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29" name="Line 994">
                  <a:extLst>
                    <a:ext uri="{FF2B5EF4-FFF2-40B4-BE49-F238E27FC236}">
                      <a16:creationId xmlns:a16="http://schemas.microsoft.com/office/drawing/2014/main" id="{2490670B-F95B-594E-9F3C-0BD24FB3B90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903" y="3216"/>
                  <a:ext cx="1" cy="12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30" name="Line 995">
                  <a:extLst>
                    <a:ext uri="{FF2B5EF4-FFF2-40B4-BE49-F238E27FC236}">
                      <a16:creationId xmlns:a16="http://schemas.microsoft.com/office/drawing/2014/main" id="{031CFEA9-9908-E945-AE43-871F27B8E56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897" y="3222"/>
                  <a:ext cx="13" cy="1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31" name="Line 996">
                  <a:extLst>
                    <a:ext uri="{FF2B5EF4-FFF2-40B4-BE49-F238E27FC236}">
                      <a16:creationId xmlns:a16="http://schemas.microsoft.com/office/drawing/2014/main" id="{E203B153-E987-A443-9AB1-F7693FE4145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903" y="3216"/>
                  <a:ext cx="1" cy="12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32" name="Line 997">
                  <a:extLst>
                    <a:ext uri="{FF2B5EF4-FFF2-40B4-BE49-F238E27FC236}">
                      <a16:creationId xmlns:a16="http://schemas.microsoft.com/office/drawing/2014/main" id="{5425EDA8-F8A5-BB47-B027-80836622AFC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897" y="3222"/>
                  <a:ext cx="13" cy="1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33" name="Line 998">
                  <a:extLst>
                    <a:ext uri="{FF2B5EF4-FFF2-40B4-BE49-F238E27FC236}">
                      <a16:creationId xmlns:a16="http://schemas.microsoft.com/office/drawing/2014/main" id="{4748121C-9BEF-1140-8DB9-CA05DC26450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903" y="3216"/>
                  <a:ext cx="1" cy="12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34" name="Line 999">
                  <a:extLst>
                    <a:ext uri="{FF2B5EF4-FFF2-40B4-BE49-F238E27FC236}">
                      <a16:creationId xmlns:a16="http://schemas.microsoft.com/office/drawing/2014/main" id="{26F3E7A4-EAF8-D74B-A3FB-CF465C82CEE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897" y="3222"/>
                  <a:ext cx="13" cy="1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35" name="Line 1000">
                  <a:extLst>
                    <a:ext uri="{FF2B5EF4-FFF2-40B4-BE49-F238E27FC236}">
                      <a16:creationId xmlns:a16="http://schemas.microsoft.com/office/drawing/2014/main" id="{344AA0CD-1AFC-6D4F-9929-3FC6F856242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903" y="3216"/>
                  <a:ext cx="1" cy="12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36" name="Line 1001">
                  <a:extLst>
                    <a:ext uri="{FF2B5EF4-FFF2-40B4-BE49-F238E27FC236}">
                      <a16:creationId xmlns:a16="http://schemas.microsoft.com/office/drawing/2014/main" id="{8C8C18B8-E926-A948-8D64-9064ADC90F0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897" y="3222"/>
                  <a:ext cx="13" cy="1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37" name="Line 1002">
                  <a:extLst>
                    <a:ext uri="{FF2B5EF4-FFF2-40B4-BE49-F238E27FC236}">
                      <a16:creationId xmlns:a16="http://schemas.microsoft.com/office/drawing/2014/main" id="{5F923972-A7F5-FC41-89A8-732389ECB74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903" y="3216"/>
                  <a:ext cx="1" cy="12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38" name="Line 1003">
                  <a:extLst>
                    <a:ext uri="{FF2B5EF4-FFF2-40B4-BE49-F238E27FC236}">
                      <a16:creationId xmlns:a16="http://schemas.microsoft.com/office/drawing/2014/main" id="{1AD5EFEE-B5F7-0C4E-84C9-1302A214459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897" y="3222"/>
                  <a:ext cx="13" cy="1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39" name="Line 1004">
                  <a:extLst>
                    <a:ext uri="{FF2B5EF4-FFF2-40B4-BE49-F238E27FC236}">
                      <a16:creationId xmlns:a16="http://schemas.microsoft.com/office/drawing/2014/main" id="{479FC26B-87DC-5041-BAF9-2C48DA51CE7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903" y="3216"/>
                  <a:ext cx="1" cy="12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40" name="Rectangle 1005">
                  <a:extLst>
                    <a:ext uri="{FF2B5EF4-FFF2-40B4-BE49-F238E27FC236}">
                      <a16:creationId xmlns:a16="http://schemas.microsoft.com/office/drawing/2014/main" id="{8888F7E3-CE31-F74F-B2C5-AFAD419B33A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78" y="1835"/>
                  <a:ext cx="13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41" name="Rectangle 1006">
                  <a:extLst>
                    <a:ext uri="{FF2B5EF4-FFF2-40B4-BE49-F238E27FC236}">
                      <a16:creationId xmlns:a16="http://schemas.microsoft.com/office/drawing/2014/main" id="{F510C65A-15EA-384D-903E-902BDB4020B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185" y="1835"/>
                  <a:ext cx="13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42" name="Rectangle 1007">
                  <a:extLst>
                    <a:ext uri="{FF2B5EF4-FFF2-40B4-BE49-F238E27FC236}">
                      <a16:creationId xmlns:a16="http://schemas.microsoft.com/office/drawing/2014/main" id="{AD9790D0-A7EB-B74C-A2B5-BE001471482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361" y="1835"/>
                  <a:ext cx="13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43" name="Line 1008">
                  <a:extLst>
                    <a:ext uri="{FF2B5EF4-FFF2-40B4-BE49-F238E27FC236}">
                      <a16:creationId xmlns:a16="http://schemas.microsoft.com/office/drawing/2014/main" id="{366A2F4E-665D-B14A-B753-E90E55CFCB2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72" y="3222"/>
                  <a:ext cx="12" cy="1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44" name="Line 1009">
                  <a:extLst>
                    <a:ext uri="{FF2B5EF4-FFF2-40B4-BE49-F238E27FC236}">
                      <a16:creationId xmlns:a16="http://schemas.microsoft.com/office/drawing/2014/main" id="{967FB970-4FB0-D34D-BCFA-433C4C5AE35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78" y="3216"/>
                  <a:ext cx="1" cy="12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13" name="Group 1010">
                <a:extLst>
                  <a:ext uri="{FF2B5EF4-FFF2-40B4-BE49-F238E27FC236}">
                    <a16:creationId xmlns:a16="http://schemas.microsoft.com/office/drawing/2014/main" id="{36632021-AFD5-024F-8226-F11858D52B8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972" y="1835"/>
                <a:ext cx="2062" cy="1393"/>
                <a:chOff x="1972" y="1835"/>
                <a:chExt cx="2062" cy="1393"/>
              </a:xfrm>
            </p:grpSpPr>
            <p:sp>
              <p:nvSpPr>
                <p:cNvPr id="345" name="Line 1011">
                  <a:extLst>
                    <a:ext uri="{FF2B5EF4-FFF2-40B4-BE49-F238E27FC236}">
                      <a16:creationId xmlns:a16="http://schemas.microsoft.com/office/drawing/2014/main" id="{DD7B183D-A121-1147-B37F-3A2EF4596CC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752" y="3222"/>
                  <a:ext cx="12" cy="1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46" name="Line 1012">
                  <a:extLst>
                    <a:ext uri="{FF2B5EF4-FFF2-40B4-BE49-F238E27FC236}">
                      <a16:creationId xmlns:a16="http://schemas.microsoft.com/office/drawing/2014/main" id="{38D2F1B6-E447-E547-9AC7-8D5312DDCF5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758" y="3216"/>
                  <a:ext cx="1" cy="12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47" name="Line 1013">
                  <a:extLst>
                    <a:ext uri="{FF2B5EF4-FFF2-40B4-BE49-F238E27FC236}">
                      <a16:creationId xmlns:a16="http://schemas.microsoft.com/office/drawing/2014/main" id="{C5B61BA4-4789-5847-B67C-B3182D54767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582" y="3222"/>
                  <a:ext cx="13" cy="1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48" name="Line 1014">
                  <a:extLst>
                    <a:ext uri="{FF2B5EF4-FFF2-40B4-BE49-F238E27FC236}">
                      <a16:creationId xmlns:a16="http://schemas.microsoft.com/office/drawing/2014/main" id="{0B15419A-F928-7A40-A7C8-6EBC547373D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588" y="3216"/>
                  <a:ext cx="1" cy="12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49" name="Line 1015">
                  <a:extLst>
                    <a:ext uri="{FF2B5EF4-FFF2-40B4-BE49-F238E27FC236}">
                      <a16:creationId xmlns:a16="http://schemas.microsoft.com/office/drawing/2014/main" id="{14DC23A5-AF50-AD44-AAA2-9C24396B10C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557" y="3222"/>
                  <a:ext cx="12" cy="1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50" name="Line 1016">
                  <a:extLst>
                    <a:ext uri="{FF2B5EF4-FFF2-40B4-BE49-F238E27FC236}">
                      <a16:creationId xmlns:a16="http://schemas.microsoft.com/office/drawing/2014/main" id="{6C767AFD-CCA4-CD41-BA7A-A1715B5A2D2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563" y="3216"/>
                  <a:ext cx="1" cy="12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51" name="Line 1017">
                  <a:extLst>
                    <a:ext uri="{FF2B5EF4-FFF2-40B4-BE49-F238E27FC236}">
                      <a16:creationId xmlns:a16="http://schemas.microsoft.com/office/drawing/2014/main" id="{63D27F2B-75B5-D945-ABD8-6F51A0FABDC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425" y="3222"/>
                  <a:ext cx="12" cy="1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52" name="Line 1018">
                  <a:extLst>
                    <a:ext uri="{FF2B5EF4-FFF2-40B4-BE49-F238E27FC236}">
                      <a16:creationId xmlns:a16="http://schemas.microsoft.com/office/drawing/2014/main" id="{6A367300-1EA6-8F48-BA61-38F96352533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431" y="3216"/>
                  <a:ext cx="1" cy="12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53" name="Rectangle 1019">
                  <a:extLst>
                    <a:ext uri="{FF2B5EF4-FFF2-40B4-BE49-F238E27FC236}">
                      <a16:creationId xmlns:a16="http://schemas.microsoft.com/office/drawing/2014/main" id="{3815EAE0-4E13-014F-9194-7D8D941370E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24" y="1835"/>
                  <a:ext cx="13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54" name="Line 1020">
                  <a:extLst>
                    <a:ext uri="{FF2B5EF4-FFF2-40B4-BE49-F238E27FC236}">
                      <a16:creationId xmlns:a16="http://schemas.microsoft.com/office/drawing/2014/main" id="{0C126FF0-6A31-6340-9F12-71FCBEC15AD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28" y="3222"/>
                  <a:ext cx="12" cy="1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55" name="Line 1021">
                  <a:extLst>
                    <a:ext uri="{FF2B5EF4-FFF2-40B4-BE49-F238E27FC236}">
                      <a16:creationId xmlns:a16="http://schemas.microsoft.com/office/drawing/2014/main" id="{C7188BEB-205B-7B4E-B377-18558ABB006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34" y="3216"/>
                  <a:ext cx="1" cy="12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56" name="Line 1022">
                  <a:extLst>
                    <a:ext uri="{FF2B5EF4-FFF2-40B4-BE49-F238E27FC236}">
                      <a16:creationId xmlns:a16="http://schemas.microsoft.com/office/drawing/2014/main" id="{23B07408-27C8-9A4B-B64E-19036375802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720" y="3222"/>
                  <a:ext cx="13" cy="1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57" name="Line 1023">
                  <a:extLst>
                    <a:ext uri="{FF2B5EF4-FFF2-40B4-BE49-F238E27FC236}">
                      <a16:creationId xmlns:a16="http://schemas.microsoft.com/office/drawing/2014/main" id="{B40C064D-312A-3D44-A4C1-1CCAA899CA5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727" y="3216"/>
                  <a:ext cx="1" cy="12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58" name="Line 1024">
                  <a:extLst>
                    <a:ext uri="{FF2B5EF4-FFF2-40B4-BE49-F238E27FC236}">
                      <a16:creationId xmlns:a16="http://schemas.microsoft.com/office/drawing/2014/main" id="{44A161D2-7008-4141-B73D-A1123D125D9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557" y="3222"/>
                  <a:ext cx="12" cy="1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59" name="Line 1025">
                  <a:extLst>
                    <a:ext uri="{FF2B5EF4-FFF2-40B4-BE49-F238E27FC236}">
                      <a16:creationId xmlns:a16="http://schemas.microsoft.com/office/drawing/2014/main" id="{34E48813-EFDB-2442-9264-6E75133CC53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563" y="3216"/>
                  <a:ext cx="1" cy="12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60" name="Rectangle 1026">
                  <a:extLst>
                    <a:ext uri="{FF2B5EF4-FFF2-40B4-BE49-F238E27FC236}">
                      <a16:creationId xmlns:a16="http://schemas.microsoft.com/office/drawing/2014/main" id="{9F30A914-D762-F442-BE45-12AE9B87122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431" y="1835"/>
                  <a:ext cx="13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61" name="Rectangle 1027">
                  <a:extLst>
                    <a:ext uri="{FF2B5EF4-FFF2-40B4-BE49-F238E27FC236}">
                      <a16:creationId xmlns:a16="http://schemas.microsoft.com/office/drawing/2014/main" id="{B9A14B41-70CF-3140-A800-F1ECA747181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752" y="1835"/>
                  <a:ext cx="12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62" name="Rectangle 1028">
                  <a:extLst>
                    <a:ext uri="{FF2B5EF4-FFF2-40B4-BE49-F238E27FC236}">
                      <a16:creationId xmlns:a16="http://schemas.microsoft.com/office/drawing/2014/main" id="{DDA5D5ED-D07B-4045-9382-7C658B2036B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009" y="1835"/>
                  <a:ext cx="13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63" name="Rectangle 1029">
                  <a:extLst>
                    <a:ext uri="{FF2B5EF4-FFF2-40B4-BE49-F238E27FC236}">
                      <a16:creationId xmlns:a16="http://schemas.microsoft.com/office/drawing/2014/main" id="{C99DCB2A-301C-DD47-9C37-8C545C8E4A1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217" y="1835"/>
                  <a:ext cx="12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64" name="Rectangle 1030">
                  <a:extLst>
                    <a:ext uri="{FF2B5EF4-FFF2-40B4-BE49-F238E27FC236}">
                      <a16:creationId xmlns:a16="http://schemas.microsoft.com/office/drawing/2014/main" id="{67D5E24D-CC49-504B-9875-BC65F259799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380" y="1835"/>
                  <a:ext cx="13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65" name="Line 1031">
                  <a:extLst>
                    <a:ext uri="{FF2B5EF4-FFF2-40B4-BE49-F238E27FC236}">
                      <a16:creationId xmlns:a16="http://schemas.microsoft.com/office/drawing/2014/main" id="{62721CB9-428C-6342-9305-08A000C63BE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506" y="3222"/>
                  <a:ext cx="12" cy="1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66" name="Line 1032">
                  <a:extLst>
                    <a:ext uri="{FF2B5EF4-FFF2-40B4-BE49-F238E27FC236}">
                      <a16:creationId xmlns:a16="http://schemas.microsoft.com/office/drawing/2014/main" id="{72ECC029-A4AA-1645-8E0C-B11BDB32AB1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512" y="3216"/>
                  <a:ext cx="1" cy="12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67" name="Rectangle 1033">
                  <a:extLst>
                    <a:ext uri="{FF2B5EF4-FFF2-40B4-BE49-F238E27FC236}">
                      <a16:creationId xmlns:a16="http://schemas.microsoft.com/office/drawing/2014/main" id="{7A1090E2-5AD9-144A-AD01-D85D7AFF66D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78" y="1835"/>
                  <a:ext cx="13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68" name="Line 1034">
                  <a:extLst>
                    <a:ext uri="{FF2B5EF4-FFF2-40B4-BE49-F238E27FC236}">
                      <a16:creationId xmlns:a16="http://schemas.microsoft.com/office/drawing/2014/main" id="{D0289C3F-240A-4344-9F5B-CDE72762DA9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179" y="3222"/>
                  <a:ext cx="13" cy="1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69" name="Line 1035">
                  <a:extLst>
                    <a:ext uri="{FF2B5EF4-FFF2-40B4-BE49-F238E27FC236}">
                      <a16:creationId xmlns:a16="http://schemas.microsoft.com/office/drawing/2014/main" id="{24C4CACB-B26C-924E-813B-31F2B249EFE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185" y="3216"/>
                  <a:ext cx="1" cy="12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0" name="Line 1036">
                  <a:extLst>
                    <a:ext uri="{FF2B5EF4-FFF2-40B4-BE49-F238E27FC236}">
                      <a16:creationId xmlns:a16="http://schemas.microsoft.com/office/drawing/2014/main" id="{4DEC1878-2740-6449-8A2D-D33CB84C809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450" y="3222"/>
                  <a:ext cx="13" cy="1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1" name="Line 1037">
                  <a:extLst>
                    <a:ext uri="{FF2B5EF4-FFF2-40B4-BE49-F238E27FC236}">
                      <a16:creationId xmlns:a16="http://schemas.microsoft.com/office/drawing/2014/main" id="{7C61B79F-AA73-B74A-A28F-EFDDD1033F1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456" y="3216"/>
                  <a:ext cx="1" cy="12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2" name="Line 1038">
                  <a:extLst>
                    <a:ext uri="{FF2B5EF4-FFF2-40B4-BE49-F238E27FC236}">
                      <a16:creationId xmlns:a16="http://schemas.microsoft.com/office/drawing/2014/main" id="{13B901F3-A31D-9E42-BD6D-37F9DF80187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337" y="3222"/>
                  <a:ext cx="13" cy="1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3" name="Line 1039">
                  <a:extLst>
                    <a:ext uri="{FF2B5EF4-FFF2-40B4-BE49-F238E27FC236}">
                      <a16:creationId xmlns:a16="http://schemas.microsoft.com/office/drawing/2014/main" id="{30174003-49B4-CC4D-9B14-B68080AFF0B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343" y="3216"/>
                  <a:ext cx="1" cy="12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4" name="Rectangle 1040">
                  <a:extLst>
                    <a:ext uri="{FF2B5EF4-FFF2-40B4-BE49-F238E27FC236}">
                      <a16:creationId xmlns:a16="http://schemas.microsoft.com/office/drawing/2014/main" id="{301A3370-3670-B041-8672-D7B9808372B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185" y="1835"/>
                  <a:ext cx="13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5" name="Rectangle 1041">
                  <a:extLst>
                    <a:ext uri="{FF2B5EF4-FFF2-40B4-BE49-F238E27FC236}">
                      <a16:creationId xmlns:a16="http://schemas.microsoft.com/office/drawing/2014/main" id="{6A95DBE7-55BA-2349-8FBD-A810AA230E7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361" y="1835"/>
                  <a:ext cx="13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6" name="Rectangle 1042">
                  <a:extLst>
                    <a:ext uri="{FF2B5EF4-FFF2-40B4-BE49-F238E27FC236}">
                      <a16:creationId xmlns:a16="http://schemas.microsoft.com/office/drawing/2014/main" id="{C24D567D-E6A2-2C41-AD9D-BF03E9BBF24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758" y="1835"/>
                  <a:ext cx="13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7" name="Line 1043">
                  <a:extLst>
                    <a:ext uri="{FF2B5EF4-FFF2-40B4-BE49-F238E27FC236}">
                      <a16:creationId xmlns:a16="http://schemas.microsoft.com/office/drawing/2014/main" id="{C0811BC6-FA8D-5140-AAEF-490089EB416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009" y="3222"/>
                  <a:ext cx="13" cy="1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8" name="Line 1044">
                  <a:extLst>
                    <a:ext uri="{FF2B5EF4-FFF2-40B4-BE49-F238E27FC236}">
                      <a16:creationId xmlns:a16="http://schemas.microsoft.com/office/drawing/2014/main" id="{F5CD2920-50FF-DF40-9099-58560505C61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016" y="3216"/>
                  <a:ext cx="1" cy="12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9" name="Rectangle 1045">
                  <a:extLst>
                    <a:ext uri="{FF2B5EF4-FFF2-40B4-BE49-F238E27FC236}">
                      <a16:creationId xmlns:a16="http://schemas.microsoft.com/office/drawing/2014/main" id="{F09D8725-3F93-964A-890B-2E72CB2848B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796" y="1835"/>
                  <a:ext cx="12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80" name="Line 1046">
                  <a:extLst>
                    <a:ext uri="{FF2B5EF4-FFF2-40B4-BE49-F238E27FC236}">
                      <a16:creationId xmlns:a16="http://schemas.microsoft.com/office/drawing/2014/main" id="{59E41E75-3C1B-EA4B-950F-EDFBB9029B3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676" y="3222"/>
                  <a:ext cx="13" cy="1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81" name="Line 1047">
                  <a:extLst>
                    <a:ext uri="{FF2B5EF4-FFF2-40B4-BE49-F238E27FC236}">
                      <a16:creationId xmlns:a16="http://schemas.microsoft.com/office/drawing/2014/main" id="{BA519372-2B9A-D945-AC90-8E48D7EBAF1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683" y="3216"/>
                  <a:ext cx="1" cy="12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82" name="Rectangle 1048">
                  <a:extLst>
                    <a:ext uri="{FF2B5EF4-FFF2-40B4-BE49-F238E27FC236}">
                      <a16:creationId xmlns:a16="http://schemas.microsoft.com/office/drawing/2014/main" id="{105C2C85-C8C3-E74A-8640-BBE0A56394F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532" y="1835"/>
                  <a:ext cx="12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83" name="Rectangle 1049">
                  <a:extLst>
                    <a:ext uri="{FF2B5EF4-FFF2-40B4-BE49-F238E27FC236}">
                      <a16:creationId xmlns:a16="http://schemas.microsoft.com/office/drawing/2014/main" id="{8AC53D6D-92C0-1545-88F4-5ADEC414DC6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833" y="1835"/>
                  <a:ext cx="13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84" name="Line 1050">
                  <a:extLst>
                    <a:ext uri="{FF2B5EF4-FFF2-40B4-BE49-F238E27FC236}">
                      <a16:creationId xmlns:a16="http://schemas.microsoft.com/office/drawing/2014/main" id="{39866C4B-A9D5-324B-9B57-5418E419AE6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72" y="3222"/>
                  <a:ext cx="12" cy="1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85" name="Line 1051">
                  <a:extLst>
                    <a:ext uri="{FF2B5EF4-FFF2-40B4-BE49-F238E27FC236}">
                      <a16:creationId xmlns:a16="http://schemas.microsoft.com/office/drawing/2014/main" id="{13C449A6-9042-E34C-8047-F700389610A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78" y="3216"/>
                  <a:ext cx="1" cy="12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86" name="Line 1052">
                  <a:extLst>
                    <a:ext uri="{FF2B5EF4-FFF2-40B4-BE49-F238E27FC236}">
                      <a16:creationId xmlns:a16="http://schemas.microsoft.com/office/drawing/2014/main" id="{39B9A089-01E6-2143-925B-835DE98F3B9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752" y="3222"/>
                  <a:ext cx="12" cy="1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87" name="Line 1053">
                  <a:extLst>
                    <a:ext uri="{FF2B5EF4-FFF2-40B4-BE49-F238E27FC236}">
                      <a16:creationId xmlns:a16="http://schemas.microsoft.com/office/drawing/2014/main" id="{B32D372F-FEF6-BC4F-AEC5-DAE8FAF7BA6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758" y="3216"/>
                  <a:ext cx="1" cy="12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88" name="Line 1054">
                  <a:extLst>
                    <a:ext uri="{FF2B5EF4-FFF2-40B4-BE49-F238E27FC236}">
                      <a16:creationId xmlns:a16="http://schemas.microsoft.com/office/drawing/2014/main" id="{8DD2E953-C790-1E4E-B722-15D4876F9C1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110" y="3222"/>
                  <a:ext cx="13" cy="1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89" name="Line 1055">
                  <a:extLst>
                    <a:ext uri="{FF2B5EF4-FFF2-40B4-BE49-F238E27FC236}">
                      <a16:creationId xmlns:a16="http://schemas.microsoft.com/office/drawing/2014/main" id="{A664FA53-5472-1C41-8F03-E71A226B9E7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116" y="3216"/>
                  <a:ext cx="1" cy="12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0" name="Rectangle 1056">
                  <a:extLst>
                    <a:ext uri="{FF2B5EF4-FFF2-40B4-BE49-F238E27FC236}">
                      <a16:creationId xmlns:a16="http://schemas.microsoft.com/office/drawing/2014/main" id="{01F6B777-2A42-F842-99F2-15828848E8E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871" y="1835"/>
                  <a:ext cx="13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1" name="Rectangle 1057">
                  <a:extLst>
                    <a:ext uri="{FF2B5EF4-FFF2-40B4-BE49-F238E27FC236}">
                      <a16:creationId xmlns:a16="http://schemas.microsoft.com/office/drawing/2014/main" id="{B75F6D30-67BB-4B48-8C11-C205037C032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104" y="1835"/>
                  <a:ext cx="12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2" name="Rectangle 1058">
                  <a:extLst>
                    <a:ext uri="{FF2B5EF4-FFF2-40B4-BE49-F238E27FC236}">
                      <a16:creationId xmlns:a16="http://schemas.microsoft.com/office/drawing/2014/main" id="{826675D0-519C-0742-891E-15D5B999FD6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185" y="1835"/>
                  <a:ext cx="13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3" name="Rectangle 1059">
                  <a:extLst>
                    <a:ext uri="{FF2B5EF4-FFF2-40B4-BE49-F238E27FC236}">
                      <a16:creationId xmlns:a16="http://schemas.microsoft.com/office/drawing/2014/main" id="{45A28197-5D45-1E41-AEAC-960D9F71F3A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361" y="1835"/>
                  <a:ext cx="13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4" name="Rectangle 1060">
                  <a:extLst>
                    <a:ext uri="{FF2B5EF4-FFF2-40B4-BE49-F238E27FC236}">
                      <a16:creationId xmlns:a16="http://schemas.microsoft.com/office/drawing/2014/main" id="{ACBA7E00-72EC-034A-A730-EAA90074D1C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493" y="1835"/>
                  <a:ext cx="13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5" name="Rectangle 1061">
                  <a:extLst>
                    <a:ext uri="{FF2B5EF4-FFF2-40B4-BE49-F238E27FC236}">
                      <a16:creationId xmlns:a16="http://schemas.microsoft.com/office/drawing/2014/main" id="{F26D274D-66FF-C540-8932-85F6B4BB618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606" y="1835"/>
                  <a:ext cx="13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6" name="Rectangle 1062">
                  <a:extLst>
                    <a:ext uri="{FF2B5EF4-FFF2-40B4-BE49-F238E27FC236}">
                      <a16:creationId xmlns:a16="http://schemas.microsoft.com/office/drawing/2014/main" id="{EF2EA87B-4F2A-D248-873C-C3C3E306BF4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694" y="1835"/>
                  <a:ext cx="13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7" name="Rectangle 1063">
                  <a:extLst>
                    <a:ext uri="{FF2B5EF4-FFF2-40B4-BE49-F238E27FC236}">
                      <a16:creationId xmlns:a16="http://schemas.microsoft.com/office/drawing/2014/main" id="{CBEF7E50-EDFC-7A42-AFCC-316020E7094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764" y="1835"/>
                  <a:ext cx="12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8" name="Line 1064">
                  <a:extLst>
                    <a:ext uri="{FF2B5EF4-FFF2-40B4-BE49-F238E27FC236}">
                      <a16:creationId xmlns:a16="http://schemas.microsoft.com/office/drawing/2014/main" id="{DA6DDE5C-680C-4C49-8CAE-BAC700EA1D9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179" y="3222"/>
                  <a:ext cx="13" cy="1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9" name="Line 1065">
                  <a:extLst>
                    <a:ext uri="{FF2B5EF4-FFF2-40B4-BE49-F238E27FC236}">
                      <a16:creationId xmlns:a16="http://schemas.microsoft.com/office/drawing/2014/main" id="{DAA49532-C31B-684B-879B-E1170300625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185" y="3216"/>
                  <a:ext cx="1" cy="12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00" name="Line 1066">
                  <a:extLst>
                    <a:ext uri="{FF2B5EF4-FFF2-40B4-BE49-F238E27FC236}">
                      <a16:creationId xmlns:a16="http://schemas.microsoft.com/office/drawing/2014/main" id="{9FC3524A-FDC8-C048-8FE2-5C037E2C5D1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72" y="3222"/>
                  <a:ext cx="12" cy="1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01" name="Line 1067">
                  <a:extLst>
                    <a:ext uri="{FF2B5EF4-FFF2-40B4-BE49-F238E27FC236}">
                      <a16:creationId xmlns:a16="http://schemas.microsoft.com/office/drawing/2014/main" id="{D5905D60-AC72-0B41-B3A6-FB49776E9B9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78" y="3216"/>
                  <a:ext cx="1" cy="12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02" name="Line 1068">
                  <a:extLst>
                    <a:ext uri="{FF2B5EF4-FFF2-40B4-BE49-F238E27FC236}">
                      <a16:creationId xmlns:a16="http://schemas.microsoft.com/office/drawing/2014/main" id="{60A1510A-5AC7-7E41-82A7-83B1BC5B21D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752" y="3222"/>
                  <a:ext cx="12" cy="1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03" name="Line 1069">
                  <a:extLst>
                    <a:ext uri="{FF2B5EF4-FFF2-40B4-BE49-F238E27FC236}">
                      <a16:creationId xmlns:a16="http://schemas.microsoft.com/office/drawing/2014/main" id="{71B5B74A-63E9-8F41-AEEB-75257A7AB33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758" y="3216"/>
                  <a:ext cx="1" cy="12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04" name="Line 1070">
                  <a:extLst>
                    <a:ext uri="{FF2B5EF4-FFF2-40B4-BE49-F238E27FC236}">
                      <a16:creationId xmlns:a16="http://schemas.microsoft.com/office/drawing/2014/main" id="{4729FF16-4685-964E-B865-1EA7BF8C850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582" y="3222"/>
                  <a:ext cx="13" cy="1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05" name="Line 1071">
                  <a:extLst>
                    <a:ext uri="{FF2B5EF4-FFF2-40B4-BE49-F238E27FC236}">
                      <a16:creationId xmlns:a16="http://schemas.microsoft.com/office/drawing/2014/main" id="{6CA11118-33AD-7D41-8F4C-08A36B6A247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588" y="3216"/>
                  <a:ext cx="1" cy="12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06" name="Line 1072">
                  <a:extLst>
                    <a:ext uri="{FF2B5EF4-FFF2-40B4-BE49-F238E27FC236}">
                      <a16:creationId xmlns:a16="http://schemas.microsoft.com/office/drawing/2014/main" id="{C4CC49C6-9488-A640-A6C0-44974278BF7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450" y="3222"/>
                  <a:ext cx="13" cy="1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07" name="Line 1073">
                  <a:extLst>
                    <a:ext uri="{FF2B5EF4-FFF2-40B4-BE49-F238E27FC236}">
                      <a16:creationId xmlns:a16="http://schemas.microsoft.com/office/drawing/2014/main" id="{88BD1195-5D42-7D4E-8246-A3EAA87C757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456" y="3216"/>
                  <a:ext cx="1" cy="12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08" name="Line 1074">
                  <a:extLst>
                    <a:ext uri="{FF2B5EF4-FFF2-40B4-BE49-F238E27FC236}">
                      <a16:creationId xmlns:a16="http://schemas.microsoft.com/office/drawing/2014/main" id="{FBC9DAA0-D51C-5044-AD9E-9F2C4936898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337" y="3222"/>
                  <a:ext cx="13" cy="1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09" name="Line 1075">
                  <a:extLst>
                    <a:ext uri="{FF2B5EF4-FFF2-40B4-BE49-F238E27FC236}">
                      <a16:creationId xmlns:a16="http://schemas.microsoft.com/office/drawing/2014/main" id="{78832E63-EDBD-6A47-A745-F983D8D7469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343" y="3216"/>
                  <a:ext cx="1" cy="12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10" name="Line 1076">
                  <a:extLst>
                    <a:ext uri="{FF2B5EF4-FFF2-40B4-BE49-F238E27FC236}">
                      <a16:creationId xmlns:a16="http://schemas.microsoft.com/office/drawing/2014/main" id="{285388E5-425B-4A42-8044-1866D89CE51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249" y="3222"/>
                  <a:ext cx="13" cy="1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11" name="Line 1077">
                  <a:extLst>
                    <a:ext uri="{FF2B5EF4-FFF2-40B4-BE49-F238E27FC236}">
                      <a16:creationId xmlns:a16="http://schemas.microsoft.com/office/drawing/2014/main" id="{EB1AD6D2-F290-6E4B-ACE2-3618BF55357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255" y="3216"/>
                  <a:ext cx="1" cy="12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12" name="Rectangle 1078">
                  <a:extLst>
                    <a:ext uri="{FF2B5EF4-FFF2-40B4-BE49-F238E27FC236}">
                      <a16:creationId xmlns:a16="http://schemas.microsoft.com/office/drawing/2014/main" id="{AF9ABABE-9FE8-5F41-85FA-F37A33F421E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185" y="1835"/>
                  <a:ext cx="13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13" name="Line 1079">
                  <a:extLst>
                    <a:ext uri="{FF2B5EF4-FFF2-40B4-BE49-F238E27FC236}">
                      <a16:creationId xmlns:a16="http://schemas.microsoft.com/office/drawing/2014/main" id="{64EE3EFA-F6FE-4141-867B-2995F02699B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355" y="3222"/>
                  <a:ext cx="13" cy="1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14" name="Line 1080">
                  <a:extLst>
                    <a:ext uri="{FF2B5EF4-FFF2-40B4-BE49-F238E27FC236}">
                      <a16:creationId xmlns:a16="http://schemas.microsoft.com/office/drawing/2014/main" id="{7A57696C-94FA-BE44-AE19-72E8C57C52E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361" y="3216"/>
                  <a:ext cx="1" cy="12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15" name="Line 1081">
                  <a:extLst>
                    <a:ext uri="{FF2B5EF4-FFF2-40B4-BE49-F238E27FC236}">
                      <a16:creationId xmlns:a16="http://schemas.microsoft.com/office/drawing/2014/main" id="{F17B9AE6-8D10-8849-86AA-86D8CA80B10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179" y="3222"/>
                  <a:ext cx="13" cy="1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16" name="Line 1082">
                  <a:extLst>
                    <a:ext uri="{FF2B5EF4-FFF2-40B4-BE49-F238E27FC236}">
                      <a16:creationId xmlns:a16="http://schemas.microsoft.com/office/drawing/2014/main" id="{3DC242DA-3AC5-9D45-98B6-859174D50C2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185" y="3216"/>
                  <a:ext cx="1" cy="12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17" name="Rectangle 1083">
                  <a:extLst>
                    <a:ext uri="{FF2B5EF4-FFF2-40B4-BE49-F238E27FC236}">
                      <a16:creationId xmlns:a16="http://schemas.microsoft.com/office/drawing/2014/main" id="{C91D3EAC-682F-C64F-BA39-795351B0E6A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78" y="1835"/>
                  <a:ext cx="13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18" name="Rectangle 1084">
                  <a:extLst>
                    <a:ext uri="{FF2B5EF4-FFF2-40B4-BE49-F238E27FC236}">
                      <a16:creationId xmlns:a16="http://schemas.microsoft.com/office/drawing/2014/main" id="{E786B657-9FCC-7D4E-BA0D-996B50D3EFD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185" y="1835"/>
                  <a:ext cx="13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19" name="Rectangle 1085">
                  <a:extLst>
                    <a:ext uri="{FF2B5EF4-FFF2-40B4-BE49-F238E27FC236}">
                      <a16:creationId xmlns:a16="http://schemas.microsoft.com/office/drawing/2014/main" id="{54434B57-72A3-3240-B73C-66E07A90FAE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160" y="1835"/>
                  <a:ext cx="13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20" name="Rectangle 1086">
                  <a:extLst>
                    <a:ext uri="{FF2B5EF4-FFF2-40B4-BE49-F238E27FC236}">
                      <a16:creationId xmlns:a16="http://schemas.microsoft.com/office/drawing/2014/main" id="{D81D3FF0-29C5-B547-B0CD-A73D6CDFB45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336" y="1835"/>
                  <a:ext cx="13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21" name="Rectangle 1087">
                  <a:extLst>
                    <a:ext uri="{FF2B5EF4-FFF2-40B4-BE49-F238E27FC236}">
                      <a16:creationId xmlns:a16="http://schemas.microsoft.com/office/drawing/2014/main" id="{74DAF278-BFCF-DC4D-8ED8-C6F9D166C32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474" y="1835"/>
                  <a:ext cx="13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22" name="Line 1088">
                  <a:extLst>
                    <a:ext uri="{FF2B5EF4-FFF2-40B4-BE49-F238E27FC236}">
                      <a16:creationId xmlns:a16="http://schemas.microsoft.com/office/drawing/2014/main" id="{9F5DD9F4-228B-4244-8999-7270DB2F180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180" y="3222"/>
                  <a:ext cx="12" cy="1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23" name="Line 1089">
                  <a:extLst>
                    <a:ext uri="{FF2B5EF4-FFF2-40B4-BE49-F238E27FC236}">
                      <a16:creationId xmlns:a16="http://schemas.microsoft.com/office/drawing/2014/main" id="{307ADEDC-D22D-3B4F-A494-39B4E433B73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186" y="3216"/>
                  <a:ext cx="1" cy="12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24" name="Line 1090">
                  <a:extLst>
                    <a:ext uri="{FF2B5EF4-FFF2-40B4-BE49-F238E27FC236}">
                      <a16:creationId xmlns:a16="http://schemas.microsoft.com/office/drawing/2014/main" id="{15995C6B-3627-AF46-A320-2D451D0787D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123" y="3222"/>
                  <a:ext cx="13" cy="1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25" name="Line 1091">
                  <a:extLst>
                    <a:ext uri="{FF2B5EF4-FFF2-40B4-BE49-F238E27FC236}">
                      <a16:creationId xmlns:a16="http://schemas.microsoft.com/office/drawing/2014/main" id="{9E0C8B54-852F-0E46-93AB-007E35E124E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130" y="3216"/>
                  <a:ext cx="1" cy="12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26" name="Line 1092">
                  <a:extLst>
                    <a:ext uri="{FF2B5EF4-FFF2-40B4-BE49-F238E27FC236}">
                      <a16:creationId xmlns:a16="http://schemas.microsoft.com/office/drawing/2014/main" id="{4CE3FD9E-C32B-EA41-BCF8-9BAAFECEA1B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079" y="3222"/>
                  <a:ext cx="13" cy="1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27" name="Line 1093">
                  <a:extLst>
                    <a:ext uri="{FF2B5EF4-FFF2-40B4-BE49-F238E27FC236}">
                      <a16:creationId xmlns:a16="http://schemas.microsoft.com/office/drawing/2014/main" id="{4594DE3E-72AE-C849-9F44-F3656B2DE71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086" y="3216"/>
                  <a:ext cx="1" cy="12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28" name="Line 1094">
                  <a:extLst>
                    <a:ext uri="{FF2B5EF4-FFF2-40B4-BE49-F238E27FC236}">
                      <a16:creationId xmlns:a16="http://schemas.microsoft.com/office/drawing/2014/main" id="{B865B836-0856-0A4D-918F-742F5CB5A89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042" y="3222"/>
                  <a:ext cx="12" cy="1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29" name="Line 1095">
                  <a:extLst>
                    <a:ext uri="{FF2B5EF4-FFF2-40B4-BE49-F238E27FC236}">
                      <a16:creationId xmlns:a16="http://schemas.microsoft.com/office/drawing/2014/main" id="{DADC5D44-0DD0-A141-AEC0-0C233EA6C4D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048" y="3216"/>
                  <a:ext cx="1" cy="12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30" name="Rectangle 1096">
                  <a:extLst>
                    <a:ext uri="{FF2B5EF4-FFF2-40B4-BE49-F238E27FC236}">
                      <a16:creationId xmlns:a16="http://schemas.microsoft.com/office/drawing/2014/main" id="{3014BEFF-334C-1449-BB7D-273AA595241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023" y="1835"/>
                  <a:ext cx="12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31" name="Rectangle 1097">
                  <a:extLst>
                    <a:ext uri="{FF2B5EF4-FFF2-40B4-BE49-F238E27FC236}">
                      <a16:creationId xmlns:a16="http://schemas.microsoft.com/office/drawing/2014/main" id="{2BBB6D69-7623-5E4C-A88E-A5D6FFB0F29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78" y="1835"/>
                  <a:ext cx="13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32" name="Line 1098">
                  <a:extLst>
                    <a:ext uri="{FF2B5EF4-FFF2-40B4-BE49-F238E27FC236}">
                      <a16:creationId xmlns:a16="http://schemas.microsoft.com/office/drawing/2014/main" id="{AD91CD7F-9835-F54A-A6C6-07AF51CAC5F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179" y="3222"/>
                  <a:ext cx="13" cy="1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33" name="Line 1099">
                  <a:extLst>
                    <a:ext uri="{FF2B5EF4-FFF2-40B4-BE49-F238E27FC236}">
                      <a16:creationId xmlns:a16="http://schemas.microsoft.com/office/drawing/2014/main" id="{4378B353-E916-6C40-861C-1066E629F0F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185" y="3216"/>
                  <a:ext cx="1" cy="12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34" name="Line 1100">
                  <a:extLst>
                    <a:ext uri="{FF2B5EF4-FFF2-40B4-BE49-F238E27FC236}">
                      <a16:creationId xmlns:a16="http://schemas.microsoft.com/office/drawing/2014/main" id="{745C5BDF-225C-B842-BFE1-08FDE36822C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72" y="3222"/>
                  <a:ext cx="12" cy="1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35" name="Line 1101">
                  <a:extLst>
                    <a:ext uri="{FF2B5EF4-FFF2-40B4-BE49-F238E27FC236}">
                      <a16:creationId xmlns:a16="http://schemas.microsoft.com/office/drawing/2014/main" id="{1DA8EB81-0D8D-3C42-B783-2C4D7425599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78" y="3216"/>
                  <a:ext cx="1" cy="12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36" name="Rectangle 1102">
                  <a:extLst>
                    <a:ext uri="{FF2B5EF4-FFF2-40B4-BE49-F238E27FC236}">
                      <a16:creationId xmlns:a16="http://schemas.microsoft.com/office/drawing/2014/main" id="{D8F78E7B-F629-A34A-BF85-BC9795087DC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758" y="1835"/>
                  <a:ext cx="13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37" name="Line 1103">
                  <a:extLst>
                    <a:ext uri="{FF2B5EF4-FFF2-40B4-BE49-F238E27FC236}">
                      <a16:creationId xmlns:a16="http://schemas.microsoft.com/office/drawing/2014/main" id="{ADAEDB3F-2877-3D4A-883D-FF94C40AEAF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123" y="3222"/>
                  <a:ext cx="13" cy="1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38" name="Line 1104">
                  <a:extLst>
                    <a:ext uri="{FF2B5EF4-FFF2-40B4-BE49-F238E27FC236}">
                      <a16:creationId xmlns:a16="http://schemas.microsoft.com/office/drawing/2014/main" id="{64E8A00D-5C64-8B4B-BC1F-5BE0C05E0D6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130" y="3216"/>
                  <a:ext cx="1" cy="12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39" name="Line 1105">
                  <a:extLst>
                    <a:ext uri="{FF2B5EF4-FFF2-40B4-BE49-F238E27FC236}">
                      <a16:creationId xmlns:a16="http://schemas.microsoft.com/office/drawing/2014/main" id="{5C6252EF-0B17-3049-985C-0721C0D6580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079" y="3222"/>
                  <a:ext cx="13" cy="1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40" name="Line 1106">
                  <a:extLst>
                    <a:ext uri="{FF2B5EF4-FFF2-40B4-BE49-F238E27FC236}">
                      <a16:creationId xmlns:a16="http://schemas.microsoft.com/office/drawing/2014/main" id="{EAD08FE3-E7D9-724D-BCF4-E7982AC42FB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086" y="3216"/>
                  <a:ext cx="1" cy="12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41" name="Line 1107">
                  <a:extLst>
                    <a:ext uri="{FF2B5EF4-FFF2-40B4-BE49-F238E27FC236}">
                      <a16:creationId xmlns:a16="http://schemas.microsoft.com/office/drawing/2014/main" id="{1F9B6CB9-670D-6440-A817-537A3017F5A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042" y="3222"/>
                  <a:ext cx="12" cy="1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42" name="Line 1108">
                  <a:extLst>
                    <a:ext uri="{FF2B5EF4-FFF2-40B4-BE49-F238E27FC236}">
                      <a16:creationId xmlns:a16="http://schemas.microsoft.com/office/drawing/2014/main" id="{5E9EA627-B94E-9F43-B2D8-4E1D61E08DF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048" y="3216"/>
                  <a:ext cx="1" cy="12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43" name="Line 1109">
                  <a:extLst>
                    <a:ext uri="{FF2B5EF4-FFF2-40B4-BE49-F238E27FC236}">
                      <a16:creationId xmlns:a16="http://schemas.microsoft.com/office/drawing/2014/main" id="{A8F0A1A2-C1A9-2645-B831-8E7A038F223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016" y="3222"/>
                  <a:ext cx="13" cy="1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44" name="Line 1110">
                  <a:extLst>
                    <a:ext uri="{FF2B5EF4-FFF2-40B4-BE49-F238E27FC236}">
                      <a16:creationId xmlns:a16="http://schemas.microsoft.com/office/drawing/2014/main" id="{3F4C5FCC-D126-7445-A591-DECDD563801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023" y="3216"/>
                  <a:ext cx="1" cy="12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45" name="Line 1111">
                  <a:extLst>
                    <a:ext uri="{FF2B5EF4-FFF2-40B4-BE49-F238E27FC236}">
                      <a16:creationId xmlns:a16="http://schemas.microsoft.com/office/drawing/2014/main" id="{607F122A-2894-EC4A-B6C4-BC794260092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991" y="3222"/>
                  <a:ext cx="13" cy="1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46" name="Line 1112">
                  <a:extLst>
                    <a:ext uri="{FF2B5EF4-FFF2-40B4-BE49-F238E27FC236}">
                      <a16:creationId xmlns:a16="http://schemas.microsoft.com/office/drawing/2014/main" id="{4D3ED7B9-2E99-AA48-9ADD-A00C7F787CE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998" y="3216"/>
                  <a:ext cx="1" cy="12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47" name="Line 1113">
                  <a:extLst>
                    <a:ext uri="{FF2B5EF4-FFF2-40B4-BE49-F238E27FC236}">
                      <a16:creationId xmlns:a16="http://schemas.microsoft.com/office/drawing/2014/main" id="{F6CB28F3-03F0-6B4A-8F2C-984DAE1E5E9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972" y="3222"/>
                  <a:ext cx="13" cy="1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48" name="Line 1114">
                  <a:extLst>
                    <a:ext uri="{FF2B5EF4-FFF2-40B4-BE49-F238E27FC236}">
                      <a16:creationId xmlns:a16="http://schemas.microsoft.com/office/drawing/2014/main" id="{9782998D-714D-0B4B-A811-C7B7D5DF6D5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979" y="3216"/>
                  <a:ext cx="1" cy="12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49" name="Line 1115">
                  <a:extLst>
                    <a:ext uri="{FF2B5EF4-FFF2-40B4-BE49-F238E27FC236}">
                      <a16:creationId xmlns:a16="http://schemas.microsoft.com/office/drawing/2014/main" id="{3129D81A-AF97-D143-BE3E-97F2FF6F7F2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009" y="3222"/>
                  <a:ext cx="13" cy="1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50" name="Line 1116">
                  <a:extLst>
                    <a:ext uri="{FF2B5EF4-FFF2-40B4-BE49-F238E27FC236}">
                      <a16:creationId xmlns:a16="http://schemas.microsoft.com/office/drawing/2014/main" id="{4677CD35-7BA6-B042-84D1-9B573E6F615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016" y="3216"/>
                  <a:ext cx="1" cy="12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51" name="Line 1117">
                  <a:extLst>
                    <a:ext uri="{FF2B5EF4-FFF2-40B4-BE49-F238E27FC236}">
                      <a16:creationId xmlns:a16="http://schemas.microsoft.com/office/drawing/2014/main" id="{8F67F090-BDDD-E846-9FE2-09ECEA741AB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789" y="3222"/>
                  <a:ext cx="13" cy="1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52" name="Line 1118">
                  <a:extLst>
                    <a:ext uri="{FF2B5EF4-FFF2-40B4-BE49-F238E27FC236}">
                      <a16:creationId xmlns:a16="http://schemas.microsoft.com/office/drawing/2014/main" id="{8D745BAD-2EAB-7C4D-90BE-67D9F570932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796" y="3216"/>
                  <a:ext cx="1" cy="12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53" name="Line 1119">
                  <a:extLst>
                    <a:ext uri="{FF2B5EF4-FFF2-40B4-BE49-F238E27FC236}">
                      <a16:creationId xmlns:a16="http://schemas.microsoft.com/office/drawing/2014/main" id="{046D8173-541E-424F-BDDE-9E2B6036664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613" y="3222"/>
                  <a:ext cx="13" cy="1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54" name="Line 1120">
                  <a:extLst>
                    <a:ext uri="{FF2B5EF4-FFF2-40B4-BE49-F238E27FC236}">
                      <a16:creationId xmlns:a16="http://schemas.microsoft.com/office/drawing/2014/main" id="{71991B26-85F3-0148-84EB-154B2F039EE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620" y="3216"/>
                  <a:ext cx="1" cy="12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55" name="Rectangle 1121">
                  <a:extLst>
                    <a:ext uri="{FF2B5EF4-FFF2-40B4-BE49-F238E27FC236}">
                      <a16:creationId xmlns:a16="http://schemas.microsoft.com/office/drawing/2014/main" id="{FDE591CA-5C64-A145-9C0E-B737D767169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78" y="1835"/>
                  <a:ext cx="13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56" name="Rectangle 1122">
                  <a:extLst>
                    <a:ext uri="{FF2B5EF4-FFF2-40B4-BE49-F238E27FC236}">
                      <a16:creationId xmlns:a16="http://schemas.microsoft.com/office/drawing/2014/main" id="{B22F3312-5BE3-1B44-B3E7-6E045179BD4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185" y="1835"/>
                  <a:ext cx="13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57" name="Rectangle 1123">
                  <a:extLst>
                    <a:ext uri="{FF2B5EF4-FFF2-40B4-BE49-F238E27FC236}">
                      <a16:creationId xmlns:a16="http://schemas.microsoft.com/office/drawing/2014/main" id="{C1A5BDD6-F724-884A-9AFC-E2C373C5820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78" y="1835"/>
                  <a:ext cx="13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58" name="Rectangle 1124">
                  <a:extLst>
                    <a:ext uri="{FF2B5EF4-FFF2-40B4-BE49-F238E27FC236}">
                      <a16:creationId xmlns:a16="http://schemas.microsoft.com/office/drawing/2014/main" id="{96274C43-084B-1B4C-BF04-BF4107E68E7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185" y="1835"/>
                  <a:ext cx="13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59" name="Rectangle 1125">
                  <a:extLst>
                    <a:ext uri="{FF2B5EF4-FFF2-40B4-BE49-F238E27FC236}">
                      <a16:creationId xmlns:a16="http://schemas.microsoft.com/office/drawing/2014/main" id="{60A72BA5-5FF8-9C43-AB16-7BF7E3F58E9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361" y="1835"/>
                  <a:ext cx="13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60" name="Rectangle 1126">
                  <a:extLst>
                    <a:ext uri="{FF2B5EF4-FFF2-40B4-BE49-F238E27FC236}">
                      <a16:creationId xmlns:a16="http://schemas.microsoft.com/office/drawing/2014/main" id="{7D38D08B-0BDC-5F44-9C83-23B75B73B8E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493" y="1835"/>
                  <a:ext cx="13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61" name="Rectangle 1127">
                  <a:extLst>
                    <a:ext uri="{FF2B5EF4-FFF2-40B4-BE49-F238E27FC236}">
                      <a16:creationId xmlns:a16="http://schemas.microsoft.com/office/drawing/2014/main" id="{AB8305C8-B68A-F646-AC07-4872517B732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606" y="1835"/>
                  <a:ext cx="13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62" name="Rectangle 1128">
                  <a:extLst>
                    <a:ext uri="{FF2B5EF4-FFF2-40B4-BE49-F238E27FC236}">
                      <a16:creationId xmlns:a16="http://schemas.microsoft.com/office/drawing/2014/main" id="{C75E23DA-EC18-7847-B1D9-A004DE4DF28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694" y="1835"/>
                  <a:ext cx="13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63" name="Rectangle 1129">
                  <a:extLst>
                    <a:ext uri="{FF2B5EF4-FFF2-40B4-BE49-F238E27FC236}">
                      <a16:creationId xmlns:a16="http://schemas.microsoft.com/office/drawing/2014/main" id="{F06BD049-FA1A-3643-A420-BFB6394F6FC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764" y="1835"/>
                  <a:ext cx="12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64" name="Rectangle 1130">
                  <a:extLst>
                    <a:ext uri="{FF2B5EF4-FFF2-40B4-BE49-F238E27FC236}">
                      <a16:creationId xmlns:a16="http://schemas.microsoft.com/office/drawing/2014/main" id="{5E49BF02-F055-9D40-90C6-0433D385FFD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820" y="1835"/>
                  <a:ext cx="13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65" name="Rectangle 1131">
                  <a:extLst>
                    <a:ext uri="{FF2B5EF4-FFF2-40B4-BE49-F238E27FC236}">
                      <a16:creationId xmlns:a16="http://schemas.microsoft.com/office/drawing/2014/main" id="{E09B9F10-A364-C54A-914F-EA3B5B81D1C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864" y="1835"/>
                  <a:ext cx="13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66" name="Rectangle 1132">
                  <a:extLst>
                    <a:ext uri="{FF2B5EF4-FFF2-40B4-BE49-F238E27FC236}">
                      <a16:creationId xmlns:a16="http://schemas.microsoft.com/office/drawing/2014/main" id="{05DABC79-74AE-5D44-A613-12AEDC39049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902" y="1835"/>
                  <a:ext cx="12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67" name="Rectangle 1133">
                  <a:extLst>
                    <a:ext uri="{FF2B5EF4-FFF2-40B4-BE49-F238E27FC236}">
                      <a16:creationId xmlns:a16="http://schemas.microsoft.com/office/drawing/2014/main" id="{EEA17A56-CDDE-3F49-A85E-DDD21006D73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927" y="1835"/>
                  <a:ext cx="12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68" name="Rectangle 1134">
                  <a:extLst>
                    <a:ext uri="{FF2B5EF4-FFF2-40B4-BE49-F238E27FC236}">
                      <a16:creationId xmlns:a16="http://schemas.microsoft.com/office/drawing/2014/main" id="{377C237D-89C5-EB4D-B822-A83ADFD15D3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952" y="1835"/>
                  <a:ext cx="13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69" name="Rectangle 1135">
                  <a:extLst>
                    <a:ext uri="{FF2B5EF4-FFF2-40B4-BE49-F238E27FC236}">
                      <a16:creationId xmlns:a16="http://schemas.microsoft.com/office/drawing/2014/main" id="{7EE253BF-8E55-A744-8AC2-8C87D4A7472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971" y="1835"/>
                  <a:ext cx="12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70" name="Rectangle 1136">
                  <a:extLst>
                    <a:ext uri="{FF2B5EF4-FFF2-40B4-BE49-F238E27FC236}">
                      <a16:creationId xmlns:a16="http://schemas.microsoft.com/office/drawing/2014/main" id="{F8435193-EC80-7540-9FA2-C0D86D49202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983" y="1835"/>
                  <a:ext cx="13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71" name="Rectangle 1137">
                  <a:extLst>
                    <a:ext uri="{FF2B5EF4-FFF2-40B4-BE49-F238E27FC236}">
                      <a16:creationId xmlns:a16="http://schemas.microsoft.com/office/drawing/2014/main" id="{BEF07243-CF12-4644-8EA4-DC26585D8C2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996" y="1835"/>
                  <a:ext cx="13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72" name="Rectangle 1138">
                  <a:extLst>
                    <a:ext uri="{FF2B5EF4-FFF2-40B4-BE49-F238E27FC236}">
                      <a16:creationId xmlns:a16="http://schemas.microsoft.com/office/drawing/2014/main" id="{AA561909-8103-684C-A4D8-1FCE80552A9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002" y="1835"/>
                  <a:ext cx="13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73" name="Rectangle 1139">
                  <a:extLst>
                    <a:ext uri="{FF2B5EF4-FFF2-40B4-BE49-F238E27FC236}">
                      <a16:creationId xmlns:a16="http://schemas.microsoft.com/office/drawing/2014/main" id="{7F3BA667-1BA4-AF45-92A7-6959E3002C7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015" y="1835"/>
                  <a:ext cx="12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74" name="Rectangle 1140">
                  <a:extLst>
                    <a:ext uri="{FF2B5EF4-FFF2-40B4-BE49-F238E27FC236}">
                      <a16:creationId xmlns:a16="http://schemas.microsoft.com/office/drawing/2014/main" id="{AA7BAB5E-C2D1-7447-A736-51A509BB9BC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021" y="1835"/>
                  <a:ext cx="13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75" name="Rectangle 1141">
                  <a:extLst>
                    <a:ext uri="{FF2B5EF4-FFF2-40B4-BE49-F238E27FC236}">
                      <a16:creationId xmlns:a16="http://schemas.microsoft.com/office/drawing/2014/main" id="{E9F06F0C-915B-7741-B710-53F1ABA14BF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487" y="1835"/>
                  <a:ext cx="13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76" name="Rectangle 1142">
                  <a:extLst>
                    <a:ext uri="{FF2B5EF4-FFF2-40B4-BE49-F238E27FC236}">
                      <a16:creationId xmlns:a16="http://schemas.microsoft.com/office/drawing/2014/main" id="{75BCBB79-BD8F-5441-A172-772CDAA574D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600" y="1835"/>
                  <a:ext cx="13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77" name="Rectangle 1143">
                  <a:extLst>
                    <a:ext uri="{FF2B5EF4-FFF2-40B4-BE49-F238E27FC236}">
                      <a16:creationId xmlns:a16="http://schemas.microsoft.com/office/drawing/2014/main" id="{6097B75C-A3FC-1544-8CBC-94C0F46DDD7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688" y="1835"/>
                  <a:ext cx="13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78" name="Rectangle 1144">
                  <a:extLst>
                    <a:ext uri="{FF2B5EF4-FFF2-40B4-BE49-F238E27FC236}">
                      <a16:creationId xmlns:a16="http://schemas.microsoft.com/office/drawing/2014/main" id="{2D1EF53C-CE2D-8540-BBEF-34BB5727E29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757" y="1835"/>
                  <a:ext cx="13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79" name="Rectangle 1145">
                  <a:extLst>
                    <a:ext uri="{FF2B5EF4-FFF2-40B4-BE49-F238E27FC236}">
                      <a16:creationId xmlns:a16="http://schemas.microsoft.com/office/drawing/2014/main" id="{8734C4A9-9AB4-A04F-A7EE-558E38D31E2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814" y="1835"/>
                  <a:ext cx="12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80" name="Rectangle 1146">
                  <a:extLst>
                    <a:ext uri="{FF2B5EF4-FFF2-40B4-BE49-F238E27FC236}">
                      <a16:creationId xmlns:a16="http://schemas.microsoft.com/office/drawing/2014/main" id="{7CB20BDA-CEBD-014D-8318-54B6FB09D21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858" y="1835"/>
                  <a:ext cx="12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81" name="Rectangle 1147">
                  <a:extLst>
                    <a:ext uri="{FF2B5EF4-FFF2-40B4-BE49-F238E27FC236}">
                      <a16:creationId xmlns:a16="http://schemas.microsoft.com/office/drawing/2014/main" id="{3923F4DE-D742-C748-8B8E-F062DD2F727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895" y="1835"/>
                  <a:ext cx="13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82" name="Rectangle 1148">
                  <a:extLst>
                    <a:ext uri="{FF2B5EF4-FFF2-40B4-BE49-F238E27FC236}">
                      <a16:creationId xmlns:a16="http://schemas.microsoft.com/office/drawing/2014/main" id="{C05432D0-BC43-C943-9091-3D8A0921CC0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927" y="1835"/>
                  <a:ext cx="12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83" name="Rectangle 1149">
                  <a:extLst>
                    <a:ext uri="{FF2B5EF4-FFF2-40B4-BE49-F238E27FC236}">
                      <a16:creationId xmlns:a16="http://schemas.microsoft.com/office/drawing/2014/main" id="{BC6DC8AF-9B71-8A44-A920-CEB5ED57351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952" y="1835"/>
                  <a:ext cx="13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84" name="Rectangle 1150">
                  <a:extLst>
                    <a:ext uri="{FF2B5EF4-FFF2-40B4-BE49-F238E27FC236}">
                      <a16:creationId xmlns:a16="http://schemas.microsoft.com/office/drawing/2014/main" id="{23C61916-7C84-114A-87A3-F36DB29B9B8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971" y="1835"/>
                  <a:ext cx="12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85" name="Line 1151">
                  <a:extLst>
                    <a:ext uri="{FF2B5EF4-FFF2-40B4-BE49-F238E27FC236}">
                      <a16:creationId xmlns:a16="http://schemas.microsoft.com/office/drawing/2014/main" id="{B9275628-540A-704D-851B-28A27B50BCB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582" y="3222"/>
                  <a:ext cx="13" cy="1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86" name="Line 1152">
                  <a:extLst>
                    <a:ext uri="{FF2B5EF4-FFF2-40B4-BE49-F238E27FC236}">
                      <a16:creationId xmlns:a16="http://schemas.microsoft.com/office/drawing/2014/main" id="{8B0E740B-39B8-7C4B-86B7-DA17E7BB9C9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588" y="3216"/>
                  <a:ext cx="1" cy="12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87" name="Line 1153">
                  <a:extLst>
                    <a:ext uri="{FF2B5EF4-FFF2-40B4-BE49-F238E27FC236}">
                      <a16:creationId xmlns:a16="http://schemas.microsoft.com/office/drawing/2014/main" id="{4E9E0823-B4B7-754F-AD0D-9DD74851B65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450" y="3222"/>
                  <a:ext cx="13" cy="1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88" name="Line 1154">
                  <a:extLst>
                    <a:ext uri="{FF2B5EF4-FFF2-40B4-BE49-F238E27FC236}">
                      <a16:creationId xmlns:a16="http://schemas.microsoft.com/office/drawing/2014/main" id="{231A6FFC-607D-F940-AE1B-7B0E02B6DA8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456" y="3216"/>
                  <a:ext cx="1" cy="12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89" name="Line 1155">
                  <a:extLst>
                    <a:ext uri="{FF2B5EF4-FFF2-40B4-BE49-F238E27FC236}">
                      <a16:creationId xmlns:a16="http://schemas.microsoft.com/office/drawing/2014/main" id="{0E4CE022-78BA-434D-AF94-FF0A8D36BCE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337" y="3222"/>
                  <a:ext cx="13" cy="1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90" name="Line 1156">
                  <a:extLst>
                    <a:ext uri="{FF2B5EF4-FFF2-40B4-BE49-F238E27FC236}">
                      <a16:creationId xmlns:a16="http://schemas.microsoft.com/office/drawing/2014/main" id="{07D5D455-4FD4-724F-9088-7F1156B51AA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343" y="3216"/>
                  <a:ext cx="1" cy="12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91" name="Line 1157">
                  <a:extLst>
                    <a:ext uri="{FF2B5EF4-FFF2-40B4-BE49-F238E27FC236}">
                      <a16:creationId xmlns:a16="http://schemas.microsoft.com/office/drawing/2014/main" id="{A78D66C1-2ABC-0A40-ACDB-B425813275D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249" y="3222"/>
                  <a:ext cx="13" cy="1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92" name="Line 1158">
                  <a:extLst>
                    <a:ext uri="{FF2B5EF4-FFF2-40B4-BE49-F238E27FC236}">
                      <a16:creationId xmlns:a16="http://schemas.microsoft.com/office/drawing/2014/main" id="{BDD389B7-C237-924F-8911-5AD787AE040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255" y="3216"/>
                  <a:ext cx="1" cy="12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93" name="Line 1159">
                  <a:extLst>
                    <a:ext uri="{FF2B5EF4-FFF2-40B4-BE49-F238E27FC236}">
                      <a16:creationId xmlns:a16="http://schemas.microsoft.com/office/drawing/2014/main" id="{4C4BDAC9-C167-164B-9FB5-5A13B8D8448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179" y="3222"/>
                  <a:ext cx="13" cy="1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94" name="Line 1160">
                  <a:extLst>
                    <a:ext uri="{FF2B5EF4-FFF2-40B4-BE49-F238E27FC236}">
                      <a16:creationId xmlns:a16="http://schemas.microsoft.com/office/drawing/2014/main" id="{AE9DB83F-C4B8-F142-8053-E68C7E2EA2B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185" y="3216"/>
                  <a:ext cx="1" cy="12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95" name="Rectangle 1161">
                  <a:extLst>
                    <a:ext uri="{FF2B5EF4-FFF2-40B4-BE49-F238E27FC236}">
                      <a16:creationId xmlns:a16="http://schemas.microsoft.com/office/drawing/2014/main" id="{86E4EA67-07D9-A24B-AAA3-BE5239675A3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34" y="1835"/>
                  <a:ext cx="13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96" name="Line 1162">
                  <a:extLst>
                    <a:ext uri="{FF2B5EF4-FFF2-40B4-BE49-F238E27FC236}">
                      <a16:creationId xmlns:a16="http://schemas.microsoft.com/office/drawing/2014/main" id="{3C0CB288-1751-8643-89D1-52EA0E1498F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582" y="3222"/>
                  <a:ext cx="13" cy="1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97" name="Line 1163">
                  <a:extLst>
                    <a:ext uri="{FF2B5EF4-FFF2-40B4-BE49-F238E27FC236}">
                      <a16:creationId xmlns:a16="http://schemas.microsoft.com/office/drawing/2014/main" id="{B88E3116-D519-4249-89A6-12115E1B7BC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588" y="3216"/>
                  <a:ext cx="1" cy="12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98" name="Line 1164">
                  <a:extLst>
                    <a:ext uri="{FF2B5EF4-FFF2-40B4-BE49-F238E27FC236}">
                      <a16:creationId xmlns:a16="http://schemas.microsoft.com/office/drawing/2014/main" id="{D5D8FF9D-41FC-634C-BBFE-26E8EF82617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450" y="3222"/>
                  <a:ext cx="13" cy="1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99" name="Line 1165">
                  <a:extLst>
                    <a:ext uri="{FF2B5EF4-FFF2-40B4-BE49-F238E27FC236}">
                      <a16:creationId xmlns:a16="http://schemas.microsoft.com/office/drawing/2014/main" id="{EDA7355F-A3CC-8B40-905D-2C9955B0909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456" y="3216"/>
                  <a:ext cx="1" cy="12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00" name="Line 1166">
                  <a:extLst>
                    <a:ext uri="{FF2B5EF4-FFF2-40B4-BE49-F238E27FC236}">
                      <a16:creationId xmlns:a16="http://schemas.microsoft.com/office/drawing/2014/main" id="{13F07E1D-158C-0242-8B16-7BB09566CBF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337" y="3222"/>
                  <a:ext cx="13" cy="1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01" name="Line 1167">
                  <a:extLst>
                    <a:ext uri="{FF2B5EF4-FFF2-40B4-BE49-F238E27FC236}">
                      <a16:creationId xmlns:a16="http://schemas.microsoft.com/office/drawing/2014/main" id="{E1EFB2A9-4FAA-FA43-96A6-BA054D4237E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343" y="3216"/>
                  <a:ext cx="1" cy="12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02" name="Rectangle 1168">
                  <a:extLst>
                    <a:ext uri="{FF2B5EF4-FFF2-40B4-BE49-F238E27FC236}">
                      <a16:creationId xmlns:a16="http://schemas.microsoft.com/office/drawing/2014/main" id="{3E265534-0B99-F54D-9894-98AB929B55F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255" y="1835"/>
                  <a:ext cx="13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03" name="Line 1169">
                  <a:extLst>
                    <a:ext uri="{FF2B5EF4-FFF2-40B4-BE49-F238E27FC236}">
                      <a16:creationId xmlns:a16="http://schemas.microsoft.com/office/drawing/2014/main" id="{49226FBD-6C9C-7842-9111-1B177C7C3FC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607" y="3222"/>
                  <a:ext cx="13" cy="1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04" name="Line 1170">
                  <a:extLst>
                    <a:ext uri="{FF2B5EF4-FFF2-40B4-BE49-F238E27FC236}">
                      <a16:creationId xmlns:a16="http://schemas.microsoft.com/office/drawing/2014/main" id="{326231E1-8201-8546-B601-0B72890B68C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613" y="3216"/>
                  <a:ext cx="1" cy="12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05" name="Rectangle 1171">
                  <a:extLst>
                    <a:ext uri="{FF2B5EF4-FFF2-40B4-BE49-F238E27FC236}">
                      <a16:creationId xmlns:a16="http://schemas.microsoft.com/office/drawing/2014/main" id="{7366A2E4-2E44-BF43-B5D9-4A636575A58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475" y="1835"/>
                  <a:ext cx="13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06" name="Line 1172">
                  <a:extLst>
                    <a:ext uri="{FF2B5EF4-FFF2-40B4-BE49-F238E27FC236}">
                      <a16:creationId xmlns:a16="http://schemas.microsoft.com/office/drawing/2014/main" id="{AE17F6D2-8802-704E-94B6-59CD11B6838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777" y="3222"/>
                  <a:ext cx="12" cy="1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07" name="Line 1173">
                  <a:extLst>
                    <a:ext uri="{FF2B5EF4-FFF2-40B4-BE49-F238E27FC236}">
                      <a16:creationId xmlns:a16="http://schemas.microsoft.com/office/drawing/2014/main" id="{C61EC9F4-5C6D-574A-A674-A1A727D848F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783" y="3216"/>
                  <a:ext cx="1" cy="12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08" name="Line 1174">
                  <a:extLst>
                    <a:ext uri="{FF2B5EF4-FFF2-40B4-BE49-F238E27FC236}">
                      <a16:creationId xmlns:a16="http://schemas.microsoft.com/office/drawing/2014/main" id="{1FCDABEF-967E-5A44-AA0C-296DBE0A961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607" y="3222"/>
                  <a:ext cx="13" cy="1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09" name="Line 1175">
                  <a:extLst>
                    <a:ext uri="{FF2B5EF4-FFF2-40B4-BE49-F238E27FC236}">
                      <a16:creationId xmlns:a16="http://schemas.microsoft.com/office/drawing/2014/main" id="{178D5589-E81A-4745-8671-C54AF87FEF9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613" y="3216"/>
                  <a:ext cx="1" cy="12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10" name="Line 1176">
                  <a:extLst>
                    <a:ext uri="{FF2B5EF4-FFF2-40B4-BE49-F238E27FC236}">
                      <a16:creationId xmlns:a16="http://schemas.microsoft.com/office/drawing/2014/main" id="{74E47B7D-0EBC-6740-B39B-355C5F81373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463" y="3222"/>
                  <a:ext cx="12" cy="1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11" name="Line 1177">
                  <a:extLst>
                    <a:ext uri="{FF2B5EF4-FFF2-40B4-BE49-F238E27FC236}">
                      <a16:creationId xmlns:a16="http://schemas.microsoft.com/office/drawing/2014/main" id="{86D8CE62-FE9E-1948-9C4C-6CA3BE863EC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469" y="3216"/>
                  <a:ext cx="1" cy="12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12" name="Line 1178">
                  <a:extLst>
                    <a:ext uri="{FF2B5EF4-FFF2-40B4-BE49-F238E27FC236}">
                      <a16:creationId xmlns:a16="http://schemas.microsoft.com/office/drawing/2014/main" id="{D093C1FB-E52F-7D49-B1D1-669FEA5467F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350" y="3222"/>
                  <a:ext cx="12" cy="1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13" name="Line 1179">
                  <a:extLst>
                    <a:ext uri="{FF2B5EF4-FFF2-40B4-BE49-F238E27FC236}">
                      <a16:creationId xmlns:a16="http://schemas.microsoft.com/office/drawing/2014/main" id="{AF777618-3823-4E4E-8609-C60A9CCE84A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356" y="3216"/>
                  <a:ext cx="1" cy="12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14" name="Line 1180">
                  <a:extLst>
                    <a:ext uri="{FF2B5EF4-FFF2-40B4-BE49-F238E27FC236}">
                      <a16:creationId xmlns:a16="http://schemas.microsoft.com/office/drawing/2014/main" id="{AC5A247A-A112-434E-8A60-0F6216FAEC2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262" y="3222"/>
                  <a:ext cx="12" cy="1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15" name="Line 1181">
                  <a:extLst>
                    <a:ext uri="{FF2B5EF4-FFF2-40B4-BE49-F238E27FC236}">
                      <a16:creationId xmlns:a16="http://schemas.microsoft.com/office/drawing/2014/main" id="{CC0CC22C-013A-CD4F-AC56-5664430997B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268" y="3216"/>
                  <a:ext cx="1" cy="12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16" name="Line 1182">
                  <a:extLst>
                    <a:ext uri="{FF2B5EF4-FFF2-40B4-BE49-F238E27FC236}">
                      <a16:creationId xmlns:a16="http://schemas.microsoft.com/office/drawing/2014/main" id="{EC4EABE1-8304-0E4F-BDA6-E0E57BA26F7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72" y="3222"/>
                  <a:ext cx="12" cy="1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17" name="Line 1183">
                  <a:extLst>
                    <a:ext uri="{FF2B5EF4-FFF2-40B4-BE49-F238E27FC236}">
                      <a16:creationId xmlns:a16="http://schemas.microsoft.com/office/drawing/2014/main" id="{AE9A37F3-2AA4-DD49-AFCD-1A4D9BCDBB6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78" y="3216"/>
                  <a:ext cx="1" cy="12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18" name="Rectangle 1184">
                  <a:extLst>
                    <a:ext uri="{FF2B5EF4-FFF2-40B4-BE49-F238E27FC236}">
                      <a16:creationId xmlns:a16="http://schemas.microsoft.com/office/drawing/2014/main" id="{C49AC771-CDB1-A942-9F33-B44C31EE197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758" y="1835"/>
                  <a:ext cx="13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19" name="Rectangle 1185">
                  <a:extLst>
                    <a:ext uri="{FF2B5EF4-FFF2-40B4-BE49-F238E27FC236}">
                      <a16:creationId xmlns:a16="http://schemas.microsoft.com/office/drawing/2014/main" id="{194C4B65-C319-4542-8998-22AA10466D4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606" y="1835"/>
                  <a:ext cx="13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20" name="Rectangle 1186">
                  <a:extLst>
                    <a:ext uri="{FF2B5EF4-FFF2-40B4-BE49-F238E27FC236}">
                      <a16:creationId xmlns:a16="http://schemas.microsoft.com/office/drawing/2014/main" id="{956D0A0D-2720-8347-9D4C-DB83FD672F6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694" y="1835"/>
                  <a:ext cx="13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21" name="Rectangle 1187">
                  <a:extLst>
                    <a:ext uri="{FF2B5EF4-FFF2-40B4-BE49-F238E27FC236}">
                      <a16:creationId xmlns:a16="http://schemas.microsoft.com/office/drawing/2014/main" id="{332897BA-899F-7C49-A42D-2D31B3958D7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764" y="1835"/>
                  <a:ext cx="12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22" name="Rectangle 1188">
                  <a:extLst>
                    <a:ext uri="{FF2B5EF4-FFF2-40B4-BE49-F238E27FC236}">
                      <a16:creationId xmlns:a16="http://schemas.microsoft.com/office/drawing/2014/main" id="{5E036984-BD8C-EE4A-869E-3CD2D06B3E1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820" y="1835"/>
                  <a:ext cx="13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23" name="Rectangle 1189">
                  <a:extLst>
                    <a:ext uri="{FF2B5EF4-FFF2-40B4-BE49-F238E27FC236}">
                      <a16:creationId xmlns:a16="http://schemas.microsoft.com/office/drawing/2014/main" id="{07359D55-C227-AB43-98E0-9311A5E8411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864" y="1835"/>
                  <a:ext cx="13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24" name="Rectangle 1190">
                  <a:extLst>
                    <a:ext uri="{FF2B5EF4-FFF2-40B4-BE49-F238E27FC236}">
                      <a16:creationId xmlns:a16="http://schemas.microsoft.com/office/drawing/2014/main" id="{E6FE4AF8-533B-C84E-B5D0-409FD370387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902" y="1835"/>
                  <a:ext cx="12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25" name="Rectangle 1191">
                  <a:extLst>
                    <a:ext uri="{FF2B5EF4-FFF2-40B4-BE49-F238E27FC236}">
                      <a16:creationId xmlns:a16="http://schemas.microsoft.com/office/drawing/2014/main" id="{5F2FBDC2-D021-1444-A139-CE654E78EA7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927" y="1835"/>
                  <a:ext cx="12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26" name="Rectangle 1192">
                  <a:extLst>
                    <a:ext uri="{FF2B5EF4-FFF2-40B4-BE49-F238E27FC236}">
                      <a16:creationId xmlns:a16="http://schemas.microsoft.com/office/drawing/2014/main" id="{51A1C63D-BED6-2349-878B-F060A1C76E4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952" y="1835"/>
                  <a:ext cx="13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27" name="Rectangle 1193">
                  <a:extLst>
                    <a:ext uri="{FF2B5EF4-FFF2-40B4-BE49-F238E27FC236}">
                      <a16:creationId xmlns:a16="http://schemas.microsoft.com/office/drawing/2014/main" id="{8C8583BA-232A-3D4E-8E1C-D69CEE97401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971" y="1835"/>
                  <a:ext cx="12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28" name="Rectangle 1194">
                  <a:extLst>
                    <a:ext uri="{FF2B5EF4-FFF2-40B4-BE49-F238E27FC236}">
                      <a16:creationId xmlns:a16="http://schemas.microsoft.com/office/drawing/2014/main" id="{2CA1690A-3CB7-1E42-B131-2B8C637840D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983" y="1835"/>
                  <a:ext cx="13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29" name="Rectangle 1195">
                  <a:extLst>
                    <a:ext uri="{FF2B5EF4-FFF2-40B4-BE49-F238E27FC236}">
                      <a16:creationId xmlns:a16="http://schemas.microsoft.com/office/drawing/2014/main" id="{D9CCB080-D0CE-474D-9B2F-D09BA6E3D36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996" y="1835"/>
                  <a:ext cx="13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30" name="Line 1196">
                  <a:extLst>
                    <a:ext uri="{FF2B5EF4-FFF2-40B4-BE49-F238E27FC236}">
                      <a16:creationId xmlns:a16="http://schemas.microsoft.com/office/drawing/2014/main" id="{6E143800-8112-ED47-BECB-213B3A6F909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72" y="3222"/>
                  <a:ext cx="12" cy="1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31" name="Line 1197">
                  <a:extLst>
                    <a:ext uri="{FF2B5EF4-FFF2-40B4-BE49-F238E27FC236}">
                      <a16:creationId xmlns:a16="http://schemas.microsoft.com/office/drawing/2014/main" id="{1C155DBF-0E1A-A943-89B4-19EB0E0C913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78" y="3216"/>
                  <a:ext cx="1" cy="12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32" name="Rectangle 1198">
                  <a:extLst>
                    <a:ext uri="{FF2B5EF4-FFF2-40B4-BE49-F238E27FC236}">
                      <a16:creationId xmlns:a16="http://schemas.microsoft.com/office/drawing/2014/main" id="{2B8C5564-888C-104D-B3FF-756A9B97CC2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758" y="1835"/>
                  <a:ext cx="13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33" name="Rectangle 1199">
                  <a:extLst>
                    <a:ext uri="{FF2B5EF4-FFF2-40B4-BE49-F238E27FC236}">
                      <a16:creationId xmlns:a16="http://schemas.microsoft.com/office/drawing/2014/main" id="{8A166AA6-EE28-5640-B037-4CD4A3BA825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657" y="1835"/>
                  <a:ext cx="13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34" name="Line 1200">
                  <a:extLst>
                    <a:ext uri="{FF2B5EF4-FFF2-40B4-BE49-F238E27FC236}">
                      <a16:creationId xmlns:a16="http://schemas.microsoft.com/office/drawing/2014/main" id="{22A6BFDE-08FA-4C44-8D56-DDD15EC8FFE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28" y="3222"/>
                  <a:ext cx="12" cy="1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35" name="Line 1201">
                  <a:extLst>
                    <a:ext uri="{FF2B5EF4-FFF2-40B4-BE49-F238E27FC236}">
                      <a16:creationId xmlns:a16="http://schemas.microsoft.com/office/drawing/2014/main" id="{5AFC948E-6E34-C949-A623-44D6C1A335D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34" y="3216"/>
                  <a:ext cx="1" cy="12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36" name="Rectangle 1202">
                  <a:extLst>
                    <a:ext uri="{FF2B5EF4-FFF2-40B4-BE49-F238E27FC236}">
                      <a16:creationId xmlns:a16="http://schemas.microsoft.com/office/drawing/2014/main" id="{9081C704-640E-B940-A088-97D742A3523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727" y="1835"/>
                  <a:ext cx="12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37" name="Rectangle 1203">
                  <a:extLst>
                    <a:ext uri="{FF2B5EF4-FFF2-40B4-BE49-F238E27FC236}">
                      <a16:creationId xmlns:a16="http://schemas.microsoft.com/office/drawing/2014/main" id="{83E44BD4-A5C4-2646-9F4B-C5EC61D41F5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91" y="1835"/>
                  <a:ext cx="12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38" name="Line 1204">
                  <a:extLst>
                    <a:ext uri="{FF2B5EF4-FFF2-40B4-BE49-F238E27FC236}">
                      <a16:creationId xmlns:a16="http://schemas.microsoft.com/office/drawing/2014/main" id="{445945E7-DAAA-4F42-ACE7-05A6B174749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198" y="3222"/>
                  <a:ext cx="12" cy="1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39" name="Line 1205">
                  <a:extLst>
                    <a:ext uri="{FF2B5EF4-FFF2-40B4-BE49-F238E27FC236}">
                      <a16:creationId xmlns:a16="http://schemas.microsoft.com/office/drawing/2014/main" id="{89053671-6F8E-F04D-8478-2DA822CD0DF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204" y="3216"/>
                  <a:ext cx="1" cy="12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40" name="Rectangle 1206">
                  <a:extLst>
                    <a:ext uri="{FF2B5EF4-FFF2-40B4-BE49-F238E27FC236}">
                      <a16:creationId xmlns:a16="http://schemas.microsoft.com/office/drawing/2014/main" id="{A1908EAF-480C-E748-B6C3-8AC9264BB03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40" y="1835"/>
                  <a:ext cx="13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41" name="Rectangle 1207">
                  <a:extLst>
                    <a:ext uri="{FF2B5EF4-FFF2-40B4-BE49-F238E27FC236}">
                      <a16:creationId xmlns:a16="http://schemas.microsoft.com/office/drawing/2014/main" id="{B1ECDDCC-83B3-1F41-B21D-833218D73D1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160" y="1835"/>
                  <a:ext cx="13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42" name="Rectangle 1208">
                  <a:extLst>
                    <a:ext uri="{FF2B5EF4-FFF2-40B4-BE49-F238E27FC236}">
                      <a16:creationId xmlns:a16="http://schemas.microsoft.com/office/drawing/2014/main" id="{765F99C8-05E4-4547-BBC7-6F10820C2CA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336" y="1835"/>
                  <a:ext cx="13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43" name="Line 1209">
                  <a:extLst>
                    <a:ext uri="{FF2B5EF4-FFF2-40B4-BE49-F238E27FC236}">
                      <a16:creationId xmlns:a16="http://schemas.microsoft.com/office/drawing/2014/main" id="{EED01D2F-0E7D-A846-B60B-EE591417470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474" y="3222"/>
                  <a:ext cx="13" cy="1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44" name="Line 1210">
                  <a:extLst>
                    <a:ext uri="{FF2B5EF4-FFF2-40B4-BE49-F238E27FC236}">
                      <a16:creationId xmlns:a16="http://schemas.microsoft.com/office/drawing/2014/main" id="{9BE19303-3620-4949-9A03-DCD98DC9D4E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481" y="3216"/>
                  <a:ext cx="1" cy="12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14" name="Group 1211">
                <a:extLst>
                  <a:ext uri="{FF2B5EF4-FFF2-40B4-BE49-F238E27FC236}">
                    <a16:creationId xmlns:a16="http://schemas.microsoft.com/office/drawing/2014/main" id="{7295401C-0E95-9D4F-A6B3-46C4BACF1A3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903" y="1835"/>
                <a:ext cx="2087" cy="1393"/>
                <a:chOff x="1903" y="1835"/>
                <a:chExt cx="2087" cy="1393"/>
              </a:xfrm>
            </p:grpSpPr>
            <p:sp>
              <p:nvSpPr>
                <p:cNvPr id="145" name="Line 1212">
                  <a:extLst>
                    <a:ext uri="{FF2B5EF4-FFF2-40B4-BE49-F238E27FC236}">
                      <a16:creationId xmlns:a16="http://schemas.microsoft.com/office/drawing/2014/main" id="{EE0B3AA0-706D-A44D-816D-FEA2B3F50C9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160" y="3222"/>
                  <a:ext cx="13" cy="1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46" name="Line 1213">
                  <a:extLst>
                    <a:ext uri="{FF2B5EF4-FFF2-40B4-BE49-F238E27FC236}">
                      <a16:creationId xmlns:a16="http://schemas.microsoft.com/office/drawing/2014/main" id="{FDDAEB17-155F-6947-A315-8598AFC36C9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166" y="3216"/>
                  <a:ext cx="1" cy="12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47" name="Rectangle 1214">
                  <a:extLst>
                    <a:ext uri="{FF2B5EF4-FFF2-40B4-BE49-F238E27FC236}">
                      <a16:creationId xmlns:a16="http://schemas.microsoft.com/office/drawing/2014/main" id="{27F7FDDA-8DB6-FE46-9C9C-7385A192424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78" y="1835"/>
                  <a:ext cx="13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48" name="Rectangle 1215">
                  <a:extLst>
                    <a:ext uri="{FF2B5EF4-FFF2-40B4-BE49-F238E27FC236}">
                      <a16:creationId xmlns:a16="http://schemas.microsoft.com/office/drawing/2014/main" id="{10B50205-D092-8345-876B-C10EF5B1AA6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185" y="1835"/>
                  <a:ext cx="13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49" name="Rectangle 1216">
                  <a:extLst>
                    <a:ext uri="{FF2B5EF4-FFF2-40B4-BE49-F238E27FC236}">
                      <a16:creationId xmlns:a16="http://schemas.microsoft.com/office/drawing/2014/main" id="{CFD3DF0A-E350-1C44-9173-E97838A518A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361" y="1835"/>
                  <a:ext cx="13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0" name="Rectangle 1217">
                  <a:extLst>
                    <a:ext uri="{FF2B5EF4-FFF2-40B4-BE49-F238E27FC236}">
                      <a16:creationId xmlns:a16="http://schemas.microsoft.com/office/drawing/2014/main" id="{5E39791A-B387-AA43-8583-9591426956A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493" y="1835"/>
                  <a:ext cx="13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1" name="Line 1218">
                  <a:extLst>
                    <a:ext uri="{FF2B5EF4-FFF2-40B4-BE49-F238E27FC236}">
                      <a16:creationId xmlns:a16="http://schemas.microsoft.com/office/drawing/2014/main" id="{5491B4D9-79D9-3941-8798-E6B11AFA962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600" y="3222"/>
                  <a:ext cx="13" cy="1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2" name="Line 1219">
                  <a:extLst>
                    <a:ext uri="{FF2B5EF4-FFF2-40B4-BE49-F238E27FC236}">
                      <a16:creationId xmlns:a16="http://schemas.microsoft.com/office/drawing/2014/main" id="{5C316692-4B30-4442-B369-21D5CF3FF7A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606" y="3216"/>
                  <a:ext cx="1" cy="12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3" name="Rectangle 1220">
                  <a:extLst>
                    <a:ext uri="{FF2B5EF4-FFF2-40B4-BE49-F238E27FC236}">
                      <a16:creationId xmlns:a16="http://schemas.microsoft.com/office/drawing/2014/main" id="{FE718B99-74FB-0A41-96AE-863AF8449D4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267" y="1835"/>
                  <a:ext cx="13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4" name="Rectangle 1221">
                  <a:extLst>
                    <a:ext uri="{FF2B5EF4-FFF2-40B4-BE49-F238E27FC236}">
                      <a16:creationId xmlns:a16="http://schemas.microsoft.com/office/drawing/2014/main" id="{76C7D098-BFD2-C046-BB39-148AA76DBD3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418" y="1835"/>
                  <a:ext cx="12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5" name="Rectangle 1222">
                  <a:extLst>
                    <a:ext uri="{FF2B5EF4-FFF2-40B4-BE49-F238E27FC236}">
                      <a16:creationId xmlns:a16="http://schemas.microsoft.com/office/drawing/2014/main" id="{0EF78DCE-CD67-1C48-BFC1-BC40E6EDDE4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544" y="1835"/>
                  <a:ext cx="12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6" name="Rectangle 1223">
                  <a:extLst>
                    <a:ext uri="{FF2B5EF4-FFF2-40B4-BE49-F238E27FC236}">
                      <a16:creationId xmlns:a16="http://schemas.microsoft.com/office/drawing/2014/main" id="{E6212B01-6B36-4E41-AA2A-B0D6C55EAA9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644" y="1835"/>
                  <a:ext cx="13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7" name="Rectangle 1224">
                  <a:extLst>
                    <a:ext uri="{FF2B5EF4-FFF2-40B4-BE49-F238E27FC236}">
                      <a16:creationId xmlns:a16="http://schemas.microsoft.com/office/drawing/2014/main" id="{9B136A9E-F629-2445-B787-989147668E0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726" y="1835"/>
                  <a:ext cx="12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8" name="Line 1225">
                  <a:extLst>
                    <a:ext uri="{FF2B5EF4-FFF2-40B4-BE49-F238E27FC236}">
                      <a16:creationId xmlns:a16="http://schemas.microsoft.com/office/drawing/2014/main" id="{ADE51579-2958-1146-AA35-B37DD2BFF1B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752" y="3222"/>
                  <a:ext cx="12" cy="1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9" name="Line 1226">
                  <a:extLst>
                    <a:ext uri="{FF2B5EF4-FFF2-40B4-BE49-F238E27FC236}">
                      <a16:creationId xmlns:a16="http://schemas.microsoft.com/office/drawing/2014/main" id="{DDAC1755-51CF-F74D-B36E-EC720F9B923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758" y="3216"/>
                  <a:ext cx="1" cy="12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60" name="Rectangle 1227">
                  <a:extLst>
                    <a:ext uri="{FF2B5EF4-FFF2-40B4-BE49-F238E27FC236}">
                      <a16:creationId xmlns:a16="http://schemas.microsoft.com/office/drawing/2014/main" id="{961EC3DF-DD24-3E40-BC1A-5F317BF61F7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185" y="1835"/>
                  <a:ext cx="13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61" name="Line 1228">
                  <a:extLst>
                    <a:ext uri="{FF2B5EF4-FFF2-40B4-BE49-F238E27FC236}">
                      <a16:creationId xmlns:a16="http://schemas.microsoft.com/office/drawing/2014/main" id="{87EA293C-43D7-FD4E-950F-7E03D75BB22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355" y="3222"/>
                  <a:ext cx="13" cy="1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62" name="Line 1229">
                  <a:extLst>
                    <a:ext uri="{FF2B5EF4-FFF2-40B4-BE49-F238E27FC236}">
                      <a16:creationId xmlns:a16="http://schemas.microsoft.com/office/drawing/2014/main" id="{39443649-0AA8-E541-9760-2B781C859BA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361" y="3216"/>
                  <a:ext cx="1" cy="12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63" name="Rectangle 1230">
                  <a:extLst>
                    <a:ext uri="{FF2B5EF4-FFF2-40B4-BE49-F238E27FC236}">
                      <a16:creationId xmlns:a16="http://schemas.microsoft.com/office/drawing/2014/main" id="{A9EF023E-BE29-B841-ACBF-87660437532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066" y="1835"/>
                  <a:ext cx="13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64" name="Rectangle 1231">
                  <a:extLst>
                    <a:ext uri="{FF2B5EF4-FFF2-40B4-BE49-F238E27FC236}">
                      <a16:creationId xmlns:a16="http://schemas.microsoft.com/office/drawing/2014/main" id="{7DB72199-7441-8B40-B5C0-4753555E729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261" y="1835"/>
                  <a:ext cx="12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65" name="Rectangle 1232">
                  <a:extLst>
                    <a:ext uri="{FF2B5EF4-FFF2-40B4-BE49-F238E27FC236}">
                      <a16:creationId xmlns:a16="http://schemas.microsoft.com/office/drawing/2014/main" id="{3611C448-229B-CF47-9BD1-BEB76A8A1D6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418" y="1835"/>
                  <a:ext cx="12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66" name="Rectangle 1233">
                  <a:extLst>
                    <a:ext uri="{FF2B5EF4-FFF2-40B4-BE49-F238E27FC236}">
                      <a16:creationId xmlns:a16="http://schemas.microsoft.com/office/drawing/2014/main" id="{BF86F3A1-A300-D541-81DE-0DCEC222F2A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544" y="1835"/>
                  <a:ext cx="12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67" name="Rectangle 1234">
                  <a:extLst>
                    <a:ext uri="{FF2B5EF4-FFF2-40B4-BE49-F238E27FC236}">
                      <a16:creationId xmlns:a16="http://schemas.microsoft.com/office/drawing/2014/main" id="{7F60FDAE-34CD-BA4D-BC29-65D32E9B6DD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78" y="1835"/>
                  <a:ext cx="13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68" name="Rectangle 1235">
                  <a:extLst>
                    <a:ext uri="{FF2B5EF4-FFF2-40B4-BE49-F238E27FC236}">
                      <a16:creationId xmlns:a16="http://schemas.microsoft.com/office/drawing/2014/main" id="{78E0544F-85A1-2245-97CB-A4D0A946B83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185" y="1835"/>
                  <a:ext cx="13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69" name="Rectangle 1236">
                  <a:extLst>
                    <a:ext uri="{FF2B5EF4-FFF2-40B4-BE49-F238E27FC236}">
                      <a16:creationId xmlns:a16="http://schemas.microsoft.com/office/drawing/2014/main" id="{417ED48C-4E53-CE48-9844-3EE06B4C822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361" y="1835"/>
                  <a:ext cx="13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70" name="Rectangle 1237">
                  <a:extLst>
                    <a:ext uri="{FF2B5EF4-FFF2-40B4-BE49-F238E27FC236}">
                      <a16:creationId xmlns:a16="http://schemas.microsoft.com/office/drawing/2014/main" id="{ABA596CC-57D8-3E4A-B230-2FC61229B17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493" y="1835"/>
                  <a:ext cx="13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71" name="Rectangle 1238">
                  <a:extLst>
                    <a:ext uri="{FF2B5EF4-FFF2-40B4-BE49-F238E27FC236}">
                      <a16:creationId xmlns:a16="http://schemas.microsoft.com/office/drawing/2014/main" id="{EF46D09F-0C93-784D-A907-594EC9C3990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606" y="1835"/>
                  <a:ext cx="13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72" name="Rectangle 1239">
                  <a:extLst>
                    <a:ext uri="{FF2B5EF4-FFF2-40B4-BE49-F238E27FC236}">
                      <a16:creationId xmlns:a16="http://schemas.microsoft.com/office/drawing/2014/main" id="{00B60D3D-03CC-AF46-8727-4695269A9AB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694" y="1835"/>
                  <a:ext cx="13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73" name="Rectangle 1240">
                  <a:extLst>
                    <a:ext uri="{FF2B5EF4-FFF2-40B4-BE49-F238E27FC236}">
                      <a16:creationId xmlns:a16="http://schemas.microsoft.com/office/drawing/2014/main" id="{01175191-08AD-434B-B5F0-25AA9B59EF9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764" y="1835"/>
                  <a:ext cx="12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74" name="Rectangle 1241">
                  <a:extLst>
                    <a:ext uri="{FF2B5EF4-FFF2-40B4-BE49-F238E27FC236}">
                      <a16:creationId xmlns:a16="http://schemas.microsoft.com/office/drawing/2014/main" id="{609568B5-7BF7-D64E-A07E-BC280B5DD01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820" y="1835"/>
                  <a:ext cx="13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75" name="Rectangle 1242">
                  <a:extLst>
                    <a:ext uri="{FF2B5EF4-FFF2-40B4-BE49-F238E27FC236}">
                      <a16:creationId xmlns:a16="http://schemas.microsoft.com/office/drawing/2014/main" id="{D1E2DE1F-CE3C-6843-8F51-826871FEF0C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864" y="1835"/>
                  <a:ext cx="13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76" name="Rectangle 1243">
                  <a:extLst>
                    <a:ext uri="{FF2B5EF4-FFF2-40B4-BE49-F238E27FC236}">
                      <a16:creationId xmlns:a16="http://schemas.microsoft.com/office/drawing/2014/main" id="{8F5946B5-3879-4D4F-AF04-148CDC83273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902" y="1835"/>
                  <a:ext cx="12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77" name="Rectangle 1244">
                  <a:extLst>
                    <a:ext uri="{FF2B5EF4-FFF2-40B4-BE49-F238E27FC236}">
                      <a16:creationId xmlns:a16="http://schemas.microsoft.com/office/drawing/2014/main" id="{0B772B4D-3BF8-D04F-85F5-865A54486B5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927" y="1835"/>
                  <a:ext cx="12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78" name="Rectangle 1245">
                  <a:extLst>
                    <a:ext uri="{FF2B5EF4-FFF2-40B4-BE49-F238E27FC236}">
                      <a16:creationId xmlns:a16="http://schemas.microsoft.com/office/drawing/2014/main" id="{1412AA00-3B91-C44E-A384-4924EFB1171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952" y="1835"/>
                  <a:ext cx="13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79" name="Rectangle 1246">
                  <a:extLst>
                    <a:ext uri="{FF2B5EF4-FFF2-40B4-BE49-F238E27FC236}">
                      <a16:creationId xmlns:a16="http://schemas.microsoft.com/office/drawing/2014/main" id="{AE65141C-B7E2-8949-80BE-4AAF2133F8C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971" y="1835"/>
                  <a:ext cx="12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0" name="Line 1247">
                  <a:extLst>
                    <a:ext uri="{FF2B5EF4-FFF2-40B4-BE49-F238E27FC236}">
                      <a16:creationId xmlns:a16="http://schemas.microsoft.com/office/drawing/2014/main" id="{D786A243-6CFC-E041-A65A-8270B27348D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977" y="3222"/>
                  <a:ext cx="13" cy="1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1" name="Line 1248">
                  <a:extLst>
                    <a:ext uri="{FF2B5EF4-FFF2-40B4-BE49-F238E27FC236}">
                      <a16:creationId xmlns:a16="http://schemas.microsoft.com/office/drawing/2014/main" id="{0E771FAA-0EBB-4C43-83FB-AF3889E9295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983" y="3216"/>
                  <a:ext cx="1" cy="12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2" name="Rectangle 1249">
                  <a:extLst>
                    <a:ext uri="{FF2B5EF4-FFF2-40B4-BE49-F238E27FC236}">
                      <a16:creationId xmlns:a16="http://schemas.microsoft.com/office/drawing/2014/main" id="{170340F4-88EB-5C4B-ADE7-3BFA185A388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569" y="1835"/>
                  <a:ext cx="12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3" name="Line 1250">
                  <a:extLst>
                    <a:ext uri="{FF2B5EF4-FFF2-40B4-BE49-F238E27FC236}">
                      <a16:creationId xmlns:a16="http://schemas.microsoft.com/office/drawing/2014/main" id="{9A87201F-294C-CD4C-BD10-B09842B2274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450" y="3222"/>
                  <a:ext cx="13" cy="1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4" name="Line 1251">
                  <a:extLst>
                    <a:ext uri="{FF2B5EF4-FFF2-40B4-BE49-F238E27FC236}">
                      <a16:creationId xmlns:a16="http://schemas.microsoft.com/office/drawing/2014/main" id="{61D8A057-C550-5040-A5AF-3348E36C5BC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456" y="3216"/>
                  <a:ext cx="1" cy="12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5" name="Line 1252">
                  <a:extLst>
                    <a:ext uri="{FF2B5EF4-FFF2-40B4-BE49-F238E27FC236}">
                      <a16:creationId xmlns:a16="http://schemas.microsoft.com/office/drawing/2014/main" id="{E56B6B6C-7011-3741-8235-2D3FAF72E99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337" y="3222"/>
                  <a:ext cx="13" cy="1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6" name="Line 1253">
                  <a:extLst>
                    <a:ext uri="{FF2B5EF4-FFF2-40B4-BE49-F238E27FC236}">
                      <a16:creationId xmlns:a16="http://schemas.microsoft.com/office/drawing/2014/main" id="{552D6562-F6D7-DE47-9F4C-7470E5616CB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343" y="3216"/>
                  <a:ext cx="1" cy="12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7" name="Rectangle 1254">
                  <a:extLst>
                    <a:ext uri="{FF2B5EF4-FFF2-40B4-BE49-F238E27FC236}">
                      <a16:creationId xmlns:a16="http://schemas.microsoft.com/office/drawing/2014/main" id="{2A6D55BA-48BF-F846-B3EF-5B68A6E03C4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255" y="1835"/>
                  <a:ext cx="13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8" name="Rectangle 1255">
                  <a:extLst>
                    <a:ext uri="{FF2B5EF4-FFF2-40B4-BE49-F238E27FC236}">
                      <a16:creationId xmlns:a16="http://schemas.microsoft.com/office/drawing/2014/main" id="{91CA326C-DE67-0E4D-9F0D-11D9B2D858A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613" y="1835"/>
                  <a:ext cx="13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9" name="Rectangle 1256">
                  <a:extLst>
                    <a:ext uri="{FF2B5EF4-FFF2-40B4-BE49-F238E27FC236}">
                      <a16:creationId xmlns:a16="http://schemas.microsoft.com/office/drawing/2014/main" id="{33EE74FF-1A92-CC40-A9C4-49625520D4B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03" y="1835"/>
                  <a:ext cx="12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0" name="Line 1257">
                  <a:extLst>
                    <a:ext uri="{FF2B5EF4-FFF2-40B4-BE49-F238E27FC236}">
                      <a16:creationId xmlns:a16="http://schemas.microsoft.com/office/drawing/2014/main" id="{85E8DF3F-EFCB-124D-9D7F-50091E32D79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123" y="3222"/>
                  <a:ext cx="12" cy="1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1" name="Line 1258">
                  <a:extLst>
                    <a:ext uri="{FF2B5EF4-FFF2-40B4-BE49-F238E27FC236}">
                      <a16:creationId xmlns:a16="http://schemas.microsoft.com/office/drawing/2014/main" id="{CDC8FB3A-5551-C746-9127-A8BA5569C6C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129" y="3216"/>
                  <a:ext cx="1" cy="12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2" name="Line 1259">
                  <a:extLst>
                    <a:ext uri="{FF2B5EF4-FFF2-40B4-BE49-F238E27FC236}">
                      <a16:creationId xmlns:a16="http://schemas.microsoft.com/office/drawing/2014/main" id="{3A90EC25-6907-8841-ABEF-184F0F46E12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582" y="3222"/>
                  <a:ext cx="13" cy="1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3" name="Line 1260">
                  <a:extLst>
                    <a:ext uri="{FF2B5EF4-FFF2-40B4-BE49-F238E27FC236}">
                      <a16:creationId xmlns:a16="http://schemas.microsoft.com/office/drawing/2014/main" id="{CAB5245E-9978-024E-B3B1-0BDB98271BB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588" y="3216"/>
                  <a:ext cx="1" cy="12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4" name="Rectangle 1261">
                  <a:extLst>
                    <a:ext uri="{FF2B5EF4-FFF2-40B4-BE49-F238E27FC236}">
                      <a16:creationId xmlns:a16="http://schemas.microsoft.com/office/drawing/2014/main" id="{0A285446-41A9-7A4E-9FBD-138E1BF4F33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78" y="1835"/>
                  <a:ext cx="13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5" name="Line 1262">
                  <a:extLst>
                    <a:ext uri="{FF2B5EF4-FFF2-40B4-BE49-F238E27FC236}">
                      <a16:creationId xmlns:a16="http://schemas.microsoft.com/office/drawing/2014/main" id="{8274F393-ACC9-0A4F-9DDE-1CA235BE5E0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179" y="3222"/>
                  <a:ext cx="13" cy="1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6" name="Line 1263">
                  <a:extLst>
                    <a:ext uri="{FF2B5EF4-FFF2-40B4-BE49-F238E27FC236}">
                      <a16:creationId xmlns:a16="http://schemas.microsoft.com/office/drawing/2014/main" id="{6374BE85-E3C5-4549-8D59-31CBE29BB83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185" y="3216"/>
                  <a:ext cx="1" cy="12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7" name="Line 1264">
                  <a:extLst>
                    <a:ext uri="{FF2B5EF4-FFF2-40B4-BE49-F238E27FC236}">
                      <a16:creationId xmlns:a16="http://schemas.microsoft.com/office/drawing/2014/main" id="{C7C17D11-55AB-8E42-847D-AC46EF6FA72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355" y="3222"/>
                  <a:ext cx="13" cy="1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8" name="Line 1265">
                  <a:extLst>
                    <a:ext uri="{FF2B5EF4-FFF2-40B4-BE49-F238E27FC236}">
                      <a16:creationId xmlns:a16="http://schemas.microsoft.com/office/drawing/2014/main" id="{D0DF656F-71EA-C144-B8C9-B6A8CD43D0E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361" y="3216"/>
                  <a:ext cx="1" cy="12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9" name="Line 1266">
                  <a:extLst>
                    <a:ext uri="{FF2B5EF4-FFF2-40B4-BE49-F238E27FC236}">
                      <a16:creationId xmlns:a16="http://schemas.microsoft.com/office/drawing/2014/main" id="{A4BD63CD-174D-C34A-9F97-06D2965B55A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72" y="3222"/>
                  <a:ext cx="12" cy="1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00" name="Line 1267">
                  <a:extLst>
                    <a:ext uri="{FF2B5EF4-FFF2-40B4-BE49-F238E27FC236}">
                      <a16:creationId xmlns:a16="http://schemas.microsoft.com/office/drawing/2014/main" id="{9E500261-8ED2-1A40-A28F-C38340BFE64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78" y="3216"/>
                  <a:ext cx="1" cy="12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01" name="Rectangle 1268">
                  <a:extLst>
                    <a:ext uri="{FF2B5EF4-FFF2-40B4-BE49-F238E27FC236}">
                      <a16:creationId xmlns:a16="http://schemas.microsoft.com/office/drawing/2014/main" id="{BBAD2F5C-1098-2E4A-9109-545B00183FA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758" y="1835"/>
                  <a:ext cx="13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02" name="Line 1269">
                  <a:extLst>
                    <a:ext uri="{FF2B5EF4-FFF2-40B4-BE49-F238E27FC236}">
                      <a16:creationId xmlns:a16="http://schemas.microsoft.com/office/drawing/2014/main" id="{6AA81CD7-991F-9448-96B6-DF4F6C430E1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009" y="3222"/>
                  <a:ext cx="13" cy="1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03" name="Line 1270">
                  <a:extLst>
                    <a:ext uri="{FF2B5EF4-FFF2-40B4-BE49-F238E27FC236}">
                      <a16:creationId xmlns:a16="http://schemas.microsoft.com/office/drawing/2014/main" id="{98390188-580F-A34A-9E0C-5BC636D5D8B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016" y="3216"/>
                  <a:ext cx="1" cy="12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04" name="Line 1271">
                  <a:extLst>
                    <a:ext uri="{FF2B5EF4-FFF2-40B4-BE49-F238E27FC236}">
                      <a16:creationId xmlns:a16="http://schemas.microsoft.com/office/drawing/2014/main" id="{4B5A3E34-149D-A841-A4B6-1B366F19DA8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789" y="3222"/>
                  <a:ext cx="13" cy="1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05" name="Line 1272">
                  <a:extLst>
                    <a:ext uri="{FF2B5EF4-FFF2-40B4-BE49-F238E27FC236}">
                      <a16:creationId xmlns:a16="http://schemas.microsoft.com/office/drawing/2014/main" id="{604F0E30-1170-5440-AD50-9ADC59E88E4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796" y="3216"/>
                  <a:ext cx="1" cy="12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06" name="Rectangle 1273">
                  <a:extLst>
                    <a:ext uri="{FF2B5EF4-FFF2-40B4-BE49-F238E27FC236}">
                      <a16:creationId xmlns:a16="http://schemas.microsoft.com/office/drawing/2014/main" id="{6A11076C-DE7D-F54D-BCE0-7E22D799844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016" y="1835"/>
                  <a:ext cx="12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07" name="Rectangle 1274">
                  <a:extLst>
                    <a:ext uri="{FF2B5EF4-FFF2-40B4-BE49-F238E27FC236}">
                      <a16:creationId xmlns:a16="http://schemas.microsoft.com/office/drawing/2014/main" id="{67AEE66F-5A49-E744-B6E0-BE59B99384A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223" y="1835"/>
                  <a:ext cx="13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08" name="Line 1275">
                  <a:extLst>
                    <a:ext uri="{FF2B5EF4-FFF2-40B4-BE49-F238E27FC236}">
                      <a16:creationId xmlns:a16="http://schemas.microsoft.com/office/drawing/2014/main" id="{5F42646D-4D16-ED47-8E62-872906966CC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380" y="3222"/>
                  <a:ext cx="13" cy="1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09" name="Line 1276">
                  <a:extLst>
                    <a:ext uri="{FF2B5EF4-FFF2-40B4-BE49-F238E27FC236}">
                      <a16:creationId xmlns:a16="http://schemas.microsoft.com/office/drawing/2014/main" id="{CDEAB218-0810-1B4D-B48F-21214B07D00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386" y="3216"/>
                  <a:ext cx="1" cy="12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10" name="Line 1277">
                  <a:extLst>
                    <a:ext uri="{FF2B5EF4-FFF2-40B4-BE49-F238E27FC236}">
                      <a16:creationId xmlns:a16="http://schemas.microsoft.com/office/drawing/2014/main" id="{C1CE33AF-E885-8245-8F5B-B2241C142AE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085" y="3222"/>
                  <a:ext cx="12" cy="1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11" name="Line 1278">
                  <a:extLst>
                    <a:ext uri="{FF2B5EF4-FFF2-40B4-BE49-F238E27FC236}">
                      <a16:creationId xmlns:a16="http://schemas.microsoft.com/office/drawing/2014/main" id="{0AA7D9AA-C6CF-B14C-AD3B-35268543320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091" y="3216"/>
                  <a:ext cx="1" cy="12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12" name="Line 1279">
                  <a:extLst>
                    <a:ext uri="{FF2B5EF4-FFF2-40B4-BE49-F238E27FC236}">
                      <a16:creationId xmlns:a16="http://schemas.microsoft.com/office/drawing/2014/main" id="{C2B6F654-8007-DC46-A0D7-6E6A50690F2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846" y="3222"/>
                  <a:ext cx="13" cy="1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13" name="Line 1280">
                  <a:extLst>
                    <a:ext uri="{FF2B5EF4-FFF2-40B4-BE49-F238E27FC236}">
                      <a16:creationId xmlns:a16="http://schemas.microsoft.com/office/drawing/2014/main" id="{059EE690-A8B0-ED45-90AB-A1EFAAD1E6C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852" y="3216"/>
                  <a:ext cx="1" cy="12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14" name="Line 1281">
                  <a:extLst>
                    <a:ext uri="{FF2B5EF4-FFF2-40B4-BE49-F238E27FC236}">
                      <a16:creationId xmlns:a16="http://schemas.microsoft.com/office/drawing/2014/main" id="{B06A2FB6-1C67-564C-ADFE-BB9ADCAF0BF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752" y="3222"/>
                  <a:ext cx="12" cy="1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15" name="Line 1282">
                  <a:extLst>
                    <a:ext uri="{FF2B5EF4-FFF2-40B4-BE49-F238E27FC236}">
                      <a16:creationId xmlns:a16="http://schemas.microsoft.com/office/drawing/2014/main" id="{A7C65DD0-D6F5-954C-B6D5-746CF262B49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758" y="3216"/>
                  <a:ext cx="1" cy="12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16" name="Line 1283">
                  <a:extLst>
                    <a:ext uri="{FF2B5EF4-FFF2-40B4-BE49-F238E27FC236}">
                      <a16:creationId xmlns:a16="http://schemas.microsoft.com/office/drawing/2014/main" id="{3BA17900-0B7E-974E-814F-6CF3EE418E6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582" y="3222"/>
                  <a:ext cx="13" cy="1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17" name="Line 1284">
                  <a:extLst>
                    <a:ext uri="{FF2B5EF4-FFF2-40B4-BE49-F238E27FC236}">
                      <a16:creationId xmlns:a16="http://schemas.microsoft.com/office/drawing/2014/main" id="{FD48358E-D20F-3746-900A-E2C4E6C900C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588" y="3216"/>
                  <a:ext cx="1" cy="12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18" name="Line 1285">
                  <a:extLst>
                    <a:ext uri="{FF2B5EF4-FFF2-40B4-BE49-F238E27FC236}">
                      <a16:creationId xmlns:a16="http://schemas.microsoft.com/office/drawing/2014/main" id="{580900C6-606E-1442-B2CA-0C4F0E49235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450" y="3222"/>
                  <a:ext cx="13" cy="1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19" name="Line 1286">
                  <a:extLst>
                    <a:ext uri="{FF2B5EF4-FFF2-40B4-BE49-F238E27FC236}">
                      <a16:creationId xmlns:a16="http://schemas.microsoft.com/office/drawing/2014/main" id="{048AB7CC-2014-8744-BA4D-3674A52B228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456" y="3216"/>
                  <a:ext cx="1" cy="12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20" name="Line 1287">
                  <a:extLst>
                    <a:ext uri="{FF2B5EF4-FFF2-40B4-BE49-F238E27FC236}">
                      <a16:creationId xmlns:a16="http://schemas.microsoft.com/office/drawing/2014/main" id="{FFE61CF6-4888-2245-B55C-FC1240082D6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337" y="3222"/>
                  <a:ext cx="13" cy="1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21" name="Line 1288">
                  <a:extLst>
                    <a:ext uri="{FF2B5EF4-FFF2-40B4-BE49-F238E27FC236}">
                      <a16:creationId xmlns:a16="http://schemas.microsoft.com/office/drawing/2014/main" id="{6F60C127-A7C6-1341-A034-13DF36271E7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343" y="3216"/>
                  <a:ext cx="1" cy="12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22" name="Line 1289">
                  <a:extLst>
                    <a:ext uri="{FF2B5EF4-FFF2-40B4-BE49-F238E27FC236}">
                      <a16:creationId xmlns:a16="http://schemas.microsoft.com/office/drawing/2014/main" id="{04F9172D-4CDE-0844-8D59-F9198455F87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249" y="3222"/>
                  <a:ext cx="13" cy="1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23" name="Line 1290">
                  <a:extLst>
                    <a:ext uri="{FF2B5EF4-FFF2-40B4-BE49-F238E27FC236}">
                      <a16:creationId xmlns:a16="http://schemas.microsoft.com/office/drawing/2014/main" id="{C37AA212-5DB6-474A-9AE1-DA12AD89401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255" y="3216"/>
                  <a:ext cx="1" cy="12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24" name="Rectangle 1291">
                  <a:extLst>
                    <a:ext uri="{FF2B5EF4-FFF2-40B4-BE49-F238E27FC236}">
                      <a16:creationId xmlns:a16="http://schemas.microsoft.com/office/drawing/2014/main" id="{A081EB71-4862-EB4C-9CCA-593F5BEBEAE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186" y="1835"/>
                  <a:ext cx="13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25" name="Rectangle 1292">
                  <a:extLst>
                    <a:ext uri="{FF2B5EF4-FFF2-40B4-BE49-F238E27FC236}">
                      <a16:creationId xmlns:a16="http://schemas.microsoft.com/office/drawing/2014/main" id="{703A4AE8-A5E3-A244-AE38-E007B904813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78" y="1835"/>
                  <a:ext cx="13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26" name="Rectangle 1293">
                  <a:extLst>
                    <a:ext uri="{FF2B5EF4-FFF2-40B4-BE49-F238E27FC236}">
                      <a16:creationId xmlns:a16="http://schemas.microsoft.com/office/drawing/2014/main" id="{C2E639E7-EDF2-7746-B7B1-232F36C266A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185" y="1835"/>
                  <a:ext cx="13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27" name="Line 1294">
                  <a:extLst>
                    <a:ext uri="{FF2B5EF4-FFF2-40B4-BE49-F238E27FC236}">
                      <a16:creationId xmlns:a16="http://schemas.microsoft.com/office/drawing/2014/main" id="{15B531C0-4603-0249-8A4A-FD77D85A921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356" y="3222"/>
                  <a:ext cx="12" cy="1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28" name="Line 1295">
                  <a:extLst>
                    <a:ext uri="{FF2B5EF4-FFF2-40B4-BE49-F238E27FC236}">
                      <a16:creationId xmlns:a16="http://schemas.microsoft.com/office/drawing/2014/main" id="{72F5B495-BB8D-9E4C-ADE7-24DE1985BC7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362" y="3216"/>
                  <a:ext cx="1" cy="12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29" name="Line 1296">
                  <a:extLst>
                    <a:ext uri="{FF2B5EF4-FFF2-40B4-BE49-F238E27FC236}">
                      <a16:creationId xmlns:a16="http://schemas.microsoft.com/office/drawing/2014/main" id="{7FA614DF-6EB6-4C4D-85A4-FA50E0BC488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262" y="3222"/>
                  <a:ext cx="12" cy="1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30" name="Line 1297">
                  <a:extLst>
                    <a:ext uri="{FF2B5EF4-FFF2-40B4-BE49-F238E27FC236}">
                      <a16:creationId xmlns:a16="http://schemas.microsoft.com/office/drawing/2014/main" id="{D01380C4-BF4F-414B-80D5-0EC62D0DE3C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268" y="3216"/>
                  <a:ext cx="1" cy="12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31" name="Line 1298">
                  <a:extLst>
                    <a:ext uri="{FF2B5EF4-FFF2-40B4-BE49-F238E27FC236}">
                      <a16:creationId xmlns:a16="http://schemas.microsoft.com/office/drawing/2014/main" id="{85686300-FF34-9E4D-93A2-0DFCBB243D9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192" y="3222"/>
                  <a:ext cx="13" cy="1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32" name="Line 1299">
                  <a:extLst>
                    <a:ext uri="{FF2B5EF4-FFF2-40B4-BE49-F238E27FC236}">
                      <a16:creationId xmlns:a16="http://schemas.microsoft.com/office/drawing/2014/main" id="{81A4EC95-6CEC-4A4E-BB1E-7192DB21B59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199" y="3216"/>
                  <a:ext cx="1" cy="12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33" name="Line 1300">
                  <a:extLst>
                    <a:ext uri="{FF2B5EF4-FFF2-40B4-BE49-F238E27FC236}">
                      <a16:creationId xmlns:a16="http://schemas.microsoft.com/office/drawing/2014/main" id="{BE8BE451-2D4B-3A4B-A2CB-A1FD7180C9F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130" y="3222"/>
                  <a:ext cx="12" cy="1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34" name="Line 1301">
                  <a:extLst>
                    <a:ext uri="{FF2B5EF4-FFF2-40B4-BE49-F238E27FC236}">
                      <a16:creationId xmlns:a16="http://schemas.microsoft.com/office/drawing/2014/main" id="{B0AD4F8F-12C7-CF4B-AAB4-64E690BE791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136" y="3216"/>
                  <a:ext cx="1" cy="12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35" name="Line 1302">
                  <a:extLst>
                    <a:ext uri="{FF2B5EF4-FFF2-40B4-BE49-F238E27FC236}">
                      <a16:creationId xmlns:a16="http://schemas.microsoft.com/office/drawing/2014/main" id="{187021EE-F252-654B-8B0D-82DBCEAEEBC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086" y="3222"/>
                  <a:ext cx="12" cy="1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36" name="Line 1303">
                  <a:extLst>
                    <a:ext uri="{FF2B5EF4-FFF2-40B4-BE49-F238E27FC236}">
                      <a16:creationId xmlns:a16="http://schemas.microsoft.com/office/drawing/2014/main" id="{E23327DD-BDE8-0B44-9789-4BE839D1199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092" y="3216"/>
                  <a:ext cx="1" cy="12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37" name="Line 1304">
                  <a:extLst>
                    <a:ext uri="{FF2B5EF4-FFF2-40B4-BE49-F238E27FC236}">
                      <a16:creationId xmlns:a16="http://schemas.microsoft.com/office/drawing/2014/main" id="{FD2963CF-4391-314A-AFEA-1CD35FB5144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048" y="3222"/>
                  <a:ext cx="12" cy="1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38" name="Line 1305">
                  <a:extLst>
                    <a:ext uri="{FF2B5EF4-FFF2-40B4-BE49-F238E27FC236}">
                      <a16:creationId xmlns:a16="http://schemas.microsoft.com/office/drawing/2014/main" id="{99E3ADDA-51AB-734A-B6EE-789AF8343B5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054" y="3216"/>
                  <a:ext cx="1" cy="12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39" name="Line 1306">
                  <a:extLst>
                    <a:ext uri="{FF2B5EF4-FFF2-40B4-BE49-F238E27FC236}">
                      <a16:creationId xmlns:a16="http://schemas.microsoft.com/office/drawing/2014/main" id="{095AFDFB-FED7-0C46-8523-39B9B069322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016" y="3222"/>
                  <a:ext cx="13" cy="1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40" name="Line 1307">
                  <a:extLst>
                    <a:ext uri="{FF2B5EF4-FFF2-40B4-BE49-F238E27FC236}">
                      <a16:creationId xmlns:a16="http://schemas.microsoft.com/office/drawing/2014/main" id="{669A2162-317D-2A44-8621-B65DCCCE51B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023" y="3216"/>
                  <a:ext cx="1" cy="12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41" name="Line 1308">
                  <a:extLst>
                    <a:ext uri="{FF2B5EF4-FFF2-40B4-BE49-F238E27FC236}">
                      <a16:creationId xmlns:a16="http://schemas.microsoft.com/office/drawing/2014/main" id="{0F1C9BCE-4B9A-DB4B-AF55-80A140EDB91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998" y="3222"/>
                  <a:ext cx="12" cy="1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42" name="Line 1309">
                  <a:extLst>
                    <a:ext uri="{FF2B5EF4-FFF2-40B4-BE49-F238E27FC236}">
                      <a16:creationId xmlns:a16="http://schemas.microsoft.com/office/drawing/2014/main" id="{62EF00D4-EDC3-6843-9986-358F7CFD425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004" y="3216"/>
                  <a:ext cx="1" cy="12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43" name="Line 1310">
                  <a:extLst>
                    <a:ext uri="{FF2B5EF4-FFF2-40B4-BE49-F238E27FC236}">
                      <a16:creationId xmlns:a16="http://schemas.microsoft.com/office/drawing/2014/main" id="{9910CD8F-AB1E-D546-98DC-808E0EB08C9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979" y="3222"/>
                  <a:ext cx="12" cy="1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44" name="Line 1311">
                  <a:extLst>
                    <a:ext uri="{FF2B5EF4-FFF2-40B4-BE49-F238E27FC236}">
                      <a16:creationId xmlns:a16="http://schemas.microsoft.com/office/drawing/2014/main" id="{574DDED3-20F6-4247-A27E-7CFFCABC641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985" y="3216"/>
                  <a:ext cx="1" cy="12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45" name="Line 1312">
                  <a:extLst>
                    <a:ext uri="{FF2B5EF4-FFF2-40B4-BE49-F238E27FC236}">
                      <a16:creationId xmlns:a16="http://schemas.microsoft.com/office/drawing/2014/main" id="{9E88D0D5-9EFC-DF4C-A7B2-BB1F6BA9813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960" y="3222"/>
                  <a:ext cx="12" cy="1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46" name="Line 1313">
                  <a:extLst>
                    <a:ext uri="{FF2B5EF4-FFF2-40B4-BE49-F238E27FC236}">
                      <a16:creationId xmlns:a16="http://schemas.microsoft.com/office/drawing/2014/main" id="{D3EE70CD-75FC-084D-A1F6-E134BCED57A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966" y="3216"/>
                  <a:ext cx="1" cy="12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47" name="Line 1314">
                  <a:extLst>
                    <a:ext uri="{FF2B5EF4-FFF2-40B4-BE49-F238E27FC236}">
                      <a16:creationId xmlns:a16="http://schemas.microsoft.com/office/drawing/2014/main" id="{A24B3B8B-6BC3-864A-874A-914C91D8E1E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947" y="3222"/>
                  <a:ext cx="13" cy="1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48" name="Line 1315">
                  <a:extLst>
                    <a:ext uri="{FF2B5EF4-FFF2-40B4-BE49-F238E27FC236}">
                      <a16:creationId xmlns:a16="http://schemas.microsoft.com/office/drawing/2014/main" id="{0DD4916D-711E-774D-8600-02956E3FD9E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954" y="3216"/>
                  <a:ext cx="1" cy="12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49" name="Line 1316">
                  <a:extLst>
                    <a:ext uri="{FF2B5EF4-FFF2-40B4-BE49-F238E27FC236}">
                      <a16:creationId xmlns:a16="http://schemas.microsoft.com/office/drawing/2014/main" id="{E940D9C6-81A2-EA4C-B364-CE86B1E6504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941" y="3222"/>
                  <a:ext cx="13" cy="1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50" name="Line 1317">
                  <a:extLst>
                    <a:ext uri="{FF2B5EF4-FFF2-40B4-BE49-F238E27FC236}">
                      <a16:creationId xmlns:a16="http://schemas.microsoft.com/office/drawing/2014/main" id="{C6177B9E-C9BC-AE45-B412-1410C9380AC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947" y="3216"/>
                  <a:ext cx="1" cy="12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51" name="Line 1318">
                  <a:extLst>
                    <a:ext uri="{FF2B5EF4-FFF2-40B4-BE49-F238E27FC236}">
                      <a16:creationId xmlns:a16="http://schemas.microsoft.com/office/drawing/2014/main" id="{887048B0-1C33-0F44-886A-2AD1EB747A9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928" y="3222"/>
                  <a:ext cx="13" cy="1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52" name="Line 1319">
                  <a:extLst>
                    <a:ext uri="{FF2B5EF4-FFF2-40B4-BE49-F238E27FC236}">
                      <a16:creationId xmlns:a16="http://schemas.microsoft.com/office/drawing/2014/main" id="{E29F558E-EF7D-4847-9774-48D8016F012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935" y="3216"/>
                  <a:ext cx="1" cy="12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53" name="Line 1320">
                  <a:extLst>
                    <a:ext uri="{FF2B5EF4-FFF2-40B4-BE49-F238E27FC236}">
                      <a16:creationId xmlns:a16="http://schemas.microsoft.com/office/drawing/2014/main" id="{C017335B-456A-B04C-A1B4-5ABD92BB5BE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922" y="3222"/>
                  <a:ext cx="13" cy="1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54" name="Line 1321">
                  <a:extLst>
                    <a:ext uri="{FF2B5EF4-FFF2-40B4-BE49-F238E27FC236}">
                      <a16:creationId xmlns:a16="http://schemas.microsoft.com/office/drawing/2014/main" id="{9F446EF4-5436-374F-A10A-55654DEB596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928" y="3216"/>
                  <a:ext cx="1" cy="12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55" name="Line 1322">
                  <a:extLst>
                    <a:ext uri="{FF2B5EF4-FFF2-40B4-BE49-F238E27FC236}">
                      <a16:creationId xmlns:a16="http://schemas.microsoft.com/office/drawing/2014/main" id="{F960344F-0E94-C54C-8410-129C53FC1A0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922" y="3222"/>
                  <a:ext cx="13" cy="1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56" name="Line 1323">
                  <a:extLst>
                    <a:ext uri="{FF2B5EF4-FFF2-40B4-BE49-F238E27FC236}">
                      <a16:creationId xmlns:a16="http://schemas.microsoft.com/office/drawing/2014/main" id="{D3215DC1-1C90-5C4B-9D71-A42188ACED4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928" y="3216"/>
                  <a:ext cx="1" cy="12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57" name="Line 1324">
                  <a:extLst>
                    <a:ext uri="{FF2B5EF4-FFF2-40B4-BE49-F238E27FC236}">
                      <a16:creationId xmlns:a16="http://schemas.microsoft.com/office/drawing/2014/main" id="{BDE799AB-D128-294B-9BE6-7B10CFEFB90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916" y="3222"/>
                  <a:ext cx="12" cy="1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58" name="Line 1325">
                  <a:extLst>
                    <a:ext uri="{FF2B5EF4-FFF2-40B4-BE49-F238E27FC236}">
                      <a16:creationId xmlns:a16="http://schemas.microsoft.com/office/drawing/2014/main" id="{99CB4EF2-5853-4C42-9E3B-411542D0577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922" y="3216"/>
                  <a:ext cx="1" cy="12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59" name="Line 1326">
                  <a:extLst>
                    <a:ext uri="{FF2B5EF4-FFF2-40B4-BE49-F238E27FC236}">
                      <a16:creationId xmlns:a16="http://schemas.microsoft.com/office/drawing/2014/main" id="{8CB47865-FE32-F049-9F1D-F50746B4253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910" y="3222"/>
                  <a:ext cx="12" cy="1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60" name="Line 1327">
                  <a:extLst>
                    <a:ext uri="{FF2B5EF4-FFF2-40B4-BE49-F238E27FC236}">
                      <a16:creationId xmlns:a16="http://schemas.microsoft.com/office/drawing/2014/main" id="{7AFE28C3-8403-C045-B8DF-C405DBEBBEC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916" y="3216"/>
                  <a:ext cx="1" cy="12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61" name="Line 1328">
                  <a:extLst>
                    <a:ext uri="{FF2B5EF4-FFF2-40B4-BE49-F238E27FC236}">
                      <a16:creationId xmlns:a16="http://schemas.microsoft.com/office/drawing/2014/main" id="{0D20DAC4-DB7E-5E47-A41B-F2C04A57486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910" y="3222"/>
                  <a:ext cx="12" cy="1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62" name="Line 1329">
                  <a:extLst>
                    <a:ext uri="{FF2B5EF4-FFF2-40B4-BE49-F238E27FC236}">
                      <a16:creationId xmlns:a16="http://schemas.microsoft.com/office/drawing/2014/main" id="{0E37A61E-FE85-0B4B-83DC-3CB90BC5879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916" y="3216"/>
                  <a:ext cx="1" cy="12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63" name="Line 1330">
                  <a:extLst>
                    <a:ext uri="{FF2B5EF4-FFF2-40B4-BE49-F238E27FC236}">
                      <a16:creationId xmlns:a16="http://schemas.microsoft.com/office/drawing/2014/main" id="{8DD1ED28-B45B-FB4B-8E0A-AAFC12AC9CB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910" y="3222"/>
                  <a:ext cx="12" cy="1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64" name="Line 1331">
                  <a:extLst>
                    <a:ext uri="{FF2B5EF4-FFF2-40B4-BE49-F238E27FC236}">
                      <a16:creationId xmlns:a16="http://schemas.microsoft.com/office/drawing/2014/main" id="{D8B4A9D9-362D-1E47-9767-86C260EDE2D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916" y="3216"/>
                  <a:ext cx="1" cy="12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65" name="Line 1332">
                  <a:extLst>
                    <a:ext uri="{FF2B5EF4-FFF2-40B4-BE49-F238E27FC236}">
                      <a16:creationId xmlns:a16="http://schemas.microsoft.com/office/drawing/2014/main" id="{7857F5AF-78DE-AC4C-81A7-D235D1864E0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903" y="3222"/>
                  <a:ext cx="13" cy="1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66" name="Line 1333">
                  <a:extLst>
                    <a:ext uri="{FF2B5EF4-FFF2-40B4-BE49-F238E27FC236}">
                      <a16:creationId xmlns:a16="http://schemas.microsoft.com/office/drawing/2014/main" id="{9C3EF7C5-D556-124B-B5E7-430CA1B857F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910" y="3216"/>
                  <a:ext cx="1" cy="12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67" name="Rectangle 1334">
                  <a:extLst>
                    <a:ext uri="{FF2B5EF4-FFF2-40B4-BE49-F238E27FC236}">
                      <a16:creationId xmlns:a16="http://schemas.microsoft.com/office/drawing/2014/main" id="{1543D486-AC49-7847-B063-0671E38B1CC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910" y="1835"/>
                  <a:ext cx="12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68" name="Rectangle 1335">
                  <a:extLst>
                    <a:ext uri="{FF2B5EF4-FFF2-40B4-BE49-F238E27FC236}">
                      <a16:creationId xmlns:a16="http://schemas.microsoft.com/office/drawing/2014/main" id="{287C2A9E-019D-AC44-BF69-84823CD7F40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37" y="1835"/>
                  <a:ext cx="13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69" name="Line 1336">
                  <a:extLst>
                    <a:ext uri="{FF2B5EF4-FFF2-40B4-BE49-F238E27FC236}">
                      <a16:creationId xmlns:a16="http://schemas.microsoft.com/office/drawing/2014/main" id="{26E744F3-9FA0-2D47-8100-366FED10F49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670" y="3222"/>
                  <a:ext cx="13" cy="1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0" name="Line 1337">
                  <a:extLst>
                    <a:ext uri="{FF2B5EF4-FFF2-40B4-BE49-F238E27FC236}">
                      <a16:creationId xmlns:a16="http://schemas.microsoft.com/office/drawing/2014/main" id="{755F54B3-F8D9-FD4C-B5BC-7AF222F68D6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676" y="3216"/>
                  <a:ext cx="1" cy="12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1" name="Line 1338">
                  <a:extLst>
                    <a:ext uri="{FF2B5EF4-FFF2-40B4-BE49-F238E27FC236}">
                      <a16:creationId xmlns:a16="http://schemas.microsoft.com/office/drawing/2014/main" id="{2958F990-5F67-5B41-B1EA-DC1E6572E2F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519" y="3222"/>
                  <a:ext cx="13" cy="1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2" name="Line 1339">
                  <a:extLst>
                    <a:ext uri="{FF2B5EF4-FFF2-40B4-BE49-F238E27FC236}">
                      <a16:creationId xmlns:a16="http://schemas.microsoft.com/office/drawing/2014/main" id="{673B5548-8031-804E-A5CC-A68D091F039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525" y="3216"/>
                  <a:ext cx="1" cy="12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3" name="Line 1340">
                  <a:extLst>
                    <a:ext uri="{FF2B5EF4-FFF2-40B4-BE49-F238E27FC236}">
                      <a16:creationId xmlns:a16="http://schemas.microsoft.com/office/drawing/2014/main" id="{A5A55A52-F1FF-5345-8B0B-46471E8F883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394" y="3222"/>
                  <a:ext cx="12" cy="1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4" name="Line 1341">
                  <a:extLst>
                    <a:ext uri="{FF2B5EF4-FFF2-40B4-BE49-F238E27FC236}">
                      <a16:creationId xmlns:a16="http://schemas.microsoft.com/office/drawing/2014/main" id="{85035386-725F-D544-80DA-D8AE525D114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400" y="3216"/>
                  <a:ext cx="1" cy="12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5" name="Line 1342">
                  <a:extLst>
                    <a:ext uri="{FF2B5EF4-FFF2-40B4-BE49-F238E27FC236}">
                      <a16:creationId xmlns:a16="http://schemas.microsoft.com/office/drawing/2014/main" id="{EE155ED5-3D91-B14A-BB60-0C6D33F3E6E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293" y="3222"/>
                  <a:ext cx="13" cy="1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6" name="Line 1343">
                  <a:extLst>
                    <a:ext uri="{FF2B5EF4-FFF2-40B4-BE49-F238E27FC236}">
                      <a16:creationId xmlns:a16="http://schemas.microsoft.com/office/drawing/2014/main" id="{1696890A-1A85-4941-8703-9B87F16C9F2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299" y="3216"/>
                  <a:ext cx="1" cy="12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7" name="Line 1344">
                  <a:extLst>
                    <a:ext uri="{FF2B5EF4-FFF2-40B4-BE49-F238E27FC236}">
                      <a16:creationId xmlns:a16="http://schemas.microsoft.com/office/drawing/2014/main" id="{39AF337A-DB23-0D4C-93E3-680EB8046F6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218" y="3222"/>
                  <a:ext cx="12" cy="1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8" name="Line 1345">
                  <a:extLst>
                    <a:ext uri="{FF2B5EF4-FFF2-40B4-BE49-F238E27FC236}">
                      <a16:creationId xmlns:a16="http://schemas.microsoft.com/office/drawing/2014/main" id="{A1A24A05-7832-3444-BEE6-B8DD50CA6D4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224" y="3216"/>
                  <a:ext cx="1" cy="12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9" name="Line 1346">
                  <a:extLst>
                    <a:ext uri="{FF2B5EF4-FFF2-40B4-BE49-F238E27FC236}">
                      <a16:creationId xmlns:a16="http://schemas.microsoft.com/office/drawing/2014/main" id="{22E39747-746F-B646-BA1A-5E2AB2B97DC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28" y="3222"/>
                  <a:ext cx="12" cy="1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0" name="Line 1347">
                  <a:extLst>
                    <a:ext uri="{FF2B5EF4-FFF2-40B4-BE49-F238E27FC236}">
                      <a16:creationId xmlns:a16="http://schemas.microsoft.com/office/drawing/2014/main" id="{6E5D2B8A-4947-B84A-8892-C8A292E61CA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34" y="3216"/>
                  <a:ext cx="1" cy="12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1" name="Rectangle 1348">
                  <a:extLst>
                    <a:ext uri="{FF2B5EF4-FFF2-40B4-BE49-F238E27FC236}">
                      <a16:creationId xmlns:a16="http://schemas.microsoft.com/office/drawing/2014/main" id="{D31AF947-9223-2A44-BC58-7623BA9C892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185" y="1835"/>
                  <a:ext cx="13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2" name="Line 1349">
                  <a:extLst>
                    <a:ext uri="{FF2B5EF4-FFF2-40B4-BE49-F238E27FC236}">
                      <a16:creationId xmlns:a16="http://schemas.microsoft.com/office/drawing/2014/main" id="{A8563F47-9DDC-7446-9447-4A33912D7A8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355" y="3222"/>
                  <a:ext cx="13" cy="1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3" name="Line 1350">
                  <a:extLst>
                    <a:ext uri="{FF2B5EF4-FFF2-40B4-BE49-F238E27FC236}">
                      <a16:creationId xmlns:a16="http://schemas.microsoft.com/office/drawing/2014/main" id="{4C12D3C3-046D-9146-828B-76A0C6D3712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361" y="3216"/>
                  <a:ext cx="1" cy="12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4" name="Line 1351">
                  <a:extLst>
                    <a:ext uri="{FF2B5EF4-FFF2-40B4-BE49-F238E27FC236}">
                      <a16:creationId xmlns:a16="http://schemas.microsoft.com/office/drawing/2014/main" id="{AD7070A9-1FE1-4B44-858D-1534E6E5E17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060" y="3222"/>
                  <a:ext cx="12" cy="1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5" name="Line 1352">
                  <a:extLst>
                    <a:ext uri="{FF2B5EF4-FFF2-40B4-BE49-F238E27FC236}">
                      <a16:creationId xmlns:a16="http://schemas.microsoft.com/office/drawing/2014/main" id="{F8EECE7D-C853-9649-A6CB-C4BE0ABFEBB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066" y="3216"/>
                  <a:ext cx="1" cy="12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6" name="Rectangle 1353">
                  <a:extLst>
                    <a:ext uri="{FF2B5EF4-FFF2-40B4-BE49-F238E27FC236}">
                      <a16:creationId xmlns:a16="http://schemas.microsoft.com/office/drawing/2014/main" id="{63B06C74-778B-A440-B54B-5FD5995BB71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833" y="1835"/>
                  <a:ext cx="13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7" name="Line 1354">
                  <a:extLst>
                    <a:ext uri="{FF2B5EF4-FFF2-40B4-BE49-F238E27FC236}">
                      <a16:creationId xmlns:a16="http://schemas.microsoft.com/office/drawing/2014/main" id="{00927096-2AF7-4B43-879A-05A4E47A6CF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072" y="3222"/>
                  <a:ext cx="13" cy="1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8" name="Line 1355">
                  <a:extLst>
                    <a:ext uri="{FF2B5EF4-FFF2-40B4-BE49-F238E27FC236}">
                      <a16:creationId xmlns:a16="http://schemas.microsoft.com/office/drawing/2014/main" id="{E6BF4FCD-9DFE-FB43-8A30-06F758C9E7B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079" y="3216"/>
                  <a:ext cx="1" cy="12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9" name="Line 1356">
                  <a:extLst>
                    <a:ext uri="{FF2B5EF4-FFF2-40B4-BE49-F238E27FC236}">
                      <a16:creationId xmlns:a16="http://schemas.microsoft.com/office/drawing/2014/main" id="{52BC5FDD-05AB-BE47-8549-8194F8B3CB5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840" y="3222"/>
                  <a:ext cx="12" cy="1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90" name="Line 1357">
                  <a:extLst>
                    <a:ext uri="{FF2B5EF4-FFF2-40B4-BE49-F238E27FC236}">
                      <a16:creationId xmlns:a16="http://schemas.microsoft.com/office/drawing/2014/main" id="{85ED555A-23DE-3F41-A58F-1B2938535F8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846" y="3216"/>
                  <a:ext cx="1" cy="12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91" name="Line 1358">
                  <a:extLst>
                    <a:ext uri="{FF2B5EF4-FFF2-40B4-BE49-F238E27FC236}">
                      <a16:creationId xmlns:a16="http://schemas.microsoft.com/office/drawing/2014/main" id="{1FB6FC20-6061-B64E-A12E-73BB290984B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651" y="3222"/>
                  <a:ext cx="13" cy="1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92" name="Line 1359">
                  <a:extLst>
                    <a:ext uri="{FF2B5EF4-FFF2-40B4-BE49-F238E27FC236}">
                      <a16:creationId xmlns:a16="http://schemas.microsoft.com/office/drawing/2014/main" id="{1F96180B-924B-3741-9D5D-2FEAC94613D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657" y="3216"/>
                  <a:ext cx="1" cy="12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93" name="Line 1360">
                  <a:extLst>
                    <a:ext uri="{FF2B5EF4-FFF2-40B4-BE49-F238E27FC236}">
                      <a16:creationId xmlns:a16="http://schemas.microsoft.com/office/drawing/2014/main" id="{947A6FD9-B50A-3347-88CF-7CCC2BAC220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500" y="3222"/>
                  <a:ext cx="13" cy="1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94" name="Line 1361">
                  <a:extLst>
                    <a:ext uri="{FF2B5EF4-FFF2-40B4-BE49-F238E27FC236}">
                      <a16:creationId xmlns:a16="http://schemas.microsoft.com/office/drawing/2014/main" id="{A5D72CA6-8F10-BB4D-A445-80BACDDF0B8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507" y="3216"/>
                  <a:ext cx="1" cy="12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95" name="Line 1362">
                  <a:extLst>
                    <a:ext uri="{FF2B5EF4-FFF2-40B4-BE49-F238E27FC236}">
                      <a16:creationId xmlns:a16="http://schemas.microsoft.com/office/drawing/2014/main" id="{E2450539-08BB-464F-A482-28DDDAC2817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381" y="3222"/>
                  <a:ext cx="13" cy="1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96" name="Line 1363">
                  <a:extLst>
                    <a:ext uri="{FF2B5EF4-FFF2-40B4-BE49-F238E27FC236}">
                      <a16:creationId xmlns:a16="http://schemas.microsoft.com/office/drawing/2014/main" id="{2395BB20-8E61-AC45-B3ED-C3B2DBB7414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387" y="3216"/>
                  <a:ext cx="1" cy="12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97" name="Line 1364">
                  <a:extLst>
                    <a:ext uri="{FF2B5EF4-FFF2-40B4-BE49-F238E27FC236}">
                      <a16:creationId xmlns:a16="http://schemas.microsoft.com/office/drawing/2014/main" id="{7EBF85F1-5D1D-2D45-B26E-A363FBE089C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287" y="3222"/>
                  <a:ext cx="12" cy="1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98" name="Line 1365">
                  <a:extLst>
                    <a:ext uri="{FF2B5EF4-FFF2-40B4-BE49-F238E27FC236}">
                      <a16:creationId xmlns:a16="http://schemas.microsoft.com/office/drawing/2014/main" id="{0E3F9C10-6310-704B-9FA3-1C651367EEB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293" y="3216"/>
                  <a:ext cx="1" cy="12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99" name="Rectangle 1366">
                  <a:extLst>
                    <a:ext uri="{FF2B5EF4-FFF2-40B4-BE49-F238E27FC236}">
                      <a16:creationId xmlns:a16="http://schemas.microsoft.com/office/drawing/2014/main" id="{D263FF7F-17C3-7A4B-99B0-6B0A90B0452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211" y="1835"/>
                  <a:ext cx="13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00" name="Line 1367">
                  <a:extLst>
                    <a:ext uri="{FF2B5EF4-FFF2-40B4-BE49-F238E27FC236}">
                      <a16:creationId xmlns:a16="http://schemas.microsoft.com/office/drawing/2014/main" id="{9977441D-C16B-3E4D-A362-961A42D6777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569" y="3222"/>
                  <a:ext cx="13" cy="1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01" name="Line 1368">
                  <a:extLst>
                    <a:ext uri="{FF2B5EF4-FFF2-40B4-BE49-F238E27FC236}">
                      <a16:creationId xmlns:a16="http://schemas.microsoft.com/office/drawing/2014/main" id="{65F16A7B-D43F-134E-BEFB-1C1A82025B8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576" y="3216"/>
                  <a:ext cx="1" cy="12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02" name="Line 1369">
                  <a:extLst>
                    <a:ext uri="{FF2B5EF4-FFF2-40B4-BE49-F238E27FC236}">
                      <a16:creationId xmlns:a16="http://schemas.microsoft.com/office/drawing/2014/main" id="{17EC0B92-C3E0-E44C-8540-19BE9AF580F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437" y="3222"/>
                  <a:ext cx="13" cy="1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03" name="Line 1370">
                  <a:extLst>
                    <a:ext uri="{FF2B5EF4-FFF2-40B4-BE49-F238E27FC236}">
                      <a16:creationId xmlns:a16="http://schemas.microsoft.com/office/drawing/2014/main" id="{91BBA500-07E0-5A42-A5D3-7B416D99A56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444" y="3216"/>
                  <a:ext cx="1" cy="12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04" name="Line 1371">
                  <a:extLst>
                    <a:ext uri="{FF2B5EF4-FFF2-40B4-BE49-F238E27FC236}">
                      <a16:creationId xmlns:a16="http://schemas.microsoft.com/office/drawing/2014/main" id="{01D1C3C1-37FD-A641-80E9-E449F8E13CE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331" y="3222"/>
                  <a:ext cx="12" cy="1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05" name="Line 1372">
                  <a:extLst>
                    <a:ext uri="{FF2B5EF4-FFF2-40B4-BE49-F238E27FC236}">
                      <a16:creationId xmlns:a16="http://schemas.microsoft.com/office/drawing/2014/main" id="{2CE24286-6F63-7C43-A592-7D85152A27D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337" y="3216"/>
                  <a:ext cx="1" cy="12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06" name="Line 1373">
                  <a:extLst>
                    <a:ext uri="{FF2B5EF4-FFF2-40B4-BE49-F238E27FC236}">
                      <a16:creationId xmlns:a16="http://schemas.microsoft.com/office/drawing/2014/main" id="{9DF34DDF-665D-7F4C-AF4F-38E32AB3E9D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243" y="3222"/>
                  <a:ext cx="12" cy="1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07" name="Line 1374">
                  <a:extLst>
                    <a:ext uri="{FF2B5EF4-FFF2-40B4-BE49-F238E27FC236}">
                      <a16:creationId xmlns:a16="http://schemas.microsoft.com/office/drawing/2014/main" id="{851E7254-E991-614E-9714-0ABE66A5A06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249" y="3216"/>
                  <a:ext cx="1" cy="12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08" name="Line 1375">
                  <a:extLst>
                    <a:ext uri="{FF2B5EF4-FFF2-40B4-BE49-F238E27FC236}">
                      <a16:creationId xmlns:a16="http://schemas.microsoft.com/office/drawing/2014/main" id="{F3A7DF0B-9072-9B4B-AD69-18AAB4DB7D2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174" y="3222"/>
                  <a:ext cx="12" cy="1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09" name="Line 1376">
                  <a:extLst>
                    <a:ext uri="{FF2B5EF4-FFF2-40B4-BE49-F238E27FC236}">
                      <a16:creationId xmlns:a16="http://schemas.microsoft.com/office/drawing/2014/main" id="{998B58BD-1B2A-1545-BBDB-8A3E12FA60C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180" y="3216"/>
                  <a:ext cx="1" cy="12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10" name="Line 1377">
                  <a:extLst>
                    <a:ext uri="{FF2B5EF4-FFF2-40B4-BE49-F238E27FC236}">
                      <a16:creationId xmlns:a16="http://schemas.microsoft.com/office/drawing/2014/main" id="{1474EAAA-3777-734B-9D49-625100E942F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123" y="3222"/>
                  <a:ext cx="13" cy="1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11" name="Line 1378">
                  <a:extLst>
                    <a:ext uri="{FF2B5EF4-FFF2-40B4-BE49-F238E27FC236}">
                      <a16:creationId xmlns:a16="http://schemas.microsoft.com/office/drawing/2014/main" id="{B1367449-FBD5-DC43-BD1E-0766A84A322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130" y="3216"/>
                  <a:ext cx="1" cy="12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12" name="Line 1379">
                  <a:extLst>
                    <a:ext uri="{FF2B5EF4-FFF2-40B4-BE49-F238E27FC236}">
                      <a16:creationId xmlns:a16="http://schemas.microsoft.com/office/drawing/2014/main" id="{D200C643-177D-2941-B916-64BC37FFFEE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079" y="3222"/>
                  <a:ext cx="13" cy="1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13" name="Line 1380">
                  <a:extLst>
                    <a:ext uri="{FF2B5EF4-FFF2-40B4-BE49-F238E27FC236}">
                      <a16:creationId xmlns:a16="http://schemas.microsoft.com/office/drawing/2014/main" id="{47811F00-E4F3-D54A-BF5B-6DFA4A9290D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086" y="3216"/>
                  <a:ext cx="1" cy="12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14" name="Rectangle 1381">
                  <a:extLst>
                    <a:ext uri="{FF2B5EF4-FFF2-40B4-BE49-F238E27FC236}">
                      <a16:creationId xmlns:a16="http://schemas.microsoft.com/office/drawing/2014/main" id="{ECA22E9C-1822-A144-9798-4F6B907A6C6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758" y="1835"/>
                  <a:ext cx="13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15" name="Rectangle 1382">
                  <a:extLst>
                    <a:ext uri="{FF2B5EF4-FFF2-40B4-BE49-F238E27FC236}">
                      <a16:creationId xmlns:a16="http://schemas.microsoft.com/office/drawing/2014/main" id="{4EABC815-924D-E14C-934F-749AE34FB84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016" y="1835"/>
                  <a:ext cx="12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16" name="Line 1383">
                  <a:extLst>
                    <a:ext uri="{FF2B5EF4-FFF2-40B4-BE49-F238E27FC236}">
                      <a16:creationId xmlns:a16="http://schemas.microsoft.com/office/drawing/2014/main" id="{7A964EB7-A5B3-7749-AE26-54EDAB1D060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217" y="3222"/>
                  <a:ext cx="12" cy="1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17" name="Line 1384">
                  <a:extLst>
                    <a:ext uri="{FF2B5EF4-FFF2-40B4-BE49-F238E27FC236}">
                      <a16:creationId xmlns:a16="http://schemas.microsoft.com/office/drawing/2014/main" id="{6F361724-F91D-1042-ADDD-6FB25D56B33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223" y="3216"/>
                  <a:ext cx="1" cy="12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18" name="Rectangle 1385">
                  <a:extLst>
                    <a:ext uri="{FF2B5EF4-FFF2-40B4-BE49-F238E27FC236}">
                      <a16:creationId xmlns:a16="http://schemas.microsoft.com/office/drawing/2014/main" id="{85376BCF-8D1E-4849-AB5F-5A2120D2305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59" y="1835"/>
                  <a:ext cx="13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19" name="Rectangle 1386">
                  <a:extLst>
                    <a:ext uri="{FF2B5EF4-FFF2-40B4-BE49-F238E27FC236}">
                      <a16:creationId xmlns:a16="http://schemas.microsoft.com/office/drawing/2014/main" id="{F69BBC9E-D54B-C54D-95A7-E0029A06A9F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173" y="1835"/>
                  <a:ext cx="12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20" name="Rectangle 1387">
                  <a:extLst>
                    <a:ext uri="{FF2B5EF4-FFF2-40B4-BE49-F238E27FC236}">
                      <a16:creationId xmlns:a16="http://schemas.microsoft.com/office/drawing/2014/main" id="{28B87FD6-C16D-5D47-AF74-CB2EDEDBE13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349" y="1835"/>
                  <a:ext cx="12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21" name="Line 1388">
                  <a:extLst>
                    <a:ext uri="{FF2B5EF4-FFF2-40B4-BE49-F238E27FC236}">
                      <a16:creationId xmlns:a16="http://schemas.microsoft.com/office/drawing/2014/main" id="{7D135B28-8918-4441-BE2A-13ACABF1782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481" y="3222"/>
                  <a:ext cx="12" cy="1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22" name="Line 1389">
                  <a:extLst>
                    <a:ext uri="{FF2B5EF4-FFF2-40B4-BE49-F238E27FC236}">
                      <a16:creationId xmlns:a16="http://schemas.microsoft.com/office/drawing/2014/main" id="{2B7DE266-3873-9F40-B975-528F452A8CD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487" y="3216"/>
                  <a:ext cx="1" cy="12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23" name="Rectangle 1390">
                  <a:extLst>
                    <a:ext uri="{FF2B5EF4-FFF2-40B4-BE49-F238E27FC236}">
                      <a16:creationId xmlns:a16="http://schemas.microsoft.com/office/drawing/2014/main" id="{1A023338-DDB9-5C48-BD5A-47AA346088B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173" y="1835"/>
                  <a:ext cx="12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24" name="Rectangle 1391">
                  <a:extLst>
                    <a:ext uri="{FF2B5EF4-FFF2-40B4-BE49-F238E27FC236}">
                      <a16:creationId xmlns:a16="http://schemas.microsoft.com/office/drawing/2014/main" id="{462C567E-EAE6-5C48-B5E0-D7BFF16725F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78" y="1835"/>
                  <a:ext cx="13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25" name="Line 1392">
                  <a:extLst>
                    <a:ext uri="{FF2B5EF4-FFF2-40B4-BE49-F238E27FC236}">
                      <a16:creationId xmlns:a16="http://schemas.microsoft.com/office/drawing/2014/main" id="{9DE88BFA-8F35-E34C-867E-FC69BA32C1C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179" y="3222"/>
                  <a:ext cx="13" cy="1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26" name="Line 1393">
                  <a:extLst>
                    <a:ext uri="{FF2B5EF4-FFF2-40B4-BE49-F238E27FC236}">
                      <a16:creationId xmlns:a16="http://schemas.microsoft.com/office/drawing/2014/main" id="{8BEBB0FD-38DA-014A-AADA-8BC7237A5B1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185" y="3216"/>
                  <a:ext cx="1" cy="12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27" name="Line 1394">
                  <a:extLst>
                    <a:ext uri="{FF2B5EF4-FFF2-40B4-BE49-F238E27FC236}">
                      <a16:creationId xmlns:a16="http://schemas.microsoft.com/office/drawing/2014/main" id="{28FB6005-A7EC-6343-A14C-3BFBE87A391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72" y="3222"/>
                  <a:ext cx="12" cy="1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28" name="Line 1395">
                  <a:extLst>
                    <a:ext uri="{FF2B5EF4-FFF2-40B4-BE49-F238E27FC236}">
                      <a16:creationId xmlns:a16="http://schemas.microsoft.com/office/drawing/2014/main" id="{EA3B1759-436A-0444-99FD-1DCD5CD001F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78" y="3216"/>
                  <a:ext cx="1" cy="12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29" name="Line 1396">
                  <a:extLst>
                    <a:ext uri="{FF2B5EF4-FFF2-40B4-BE49-F238E27FC236}">
                      <a16:creationId xmlns:a16="http://schemas.microsoft.com/office/drawing/2014/main" id="{E7238067-994B-AD44-A440-CD82A071C3B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752" y="3222"/>
                  <a:ext cx="12" cy="1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0" name="Line 1397">
                  <a:extLst>
                    <a:ext uri="{FF2B5EF4-FFF2-40B4-BE49-F238E27FC236}">
                      <a16:creationId xmlns:a16="http://schemas.microsoft.com/office/drawing/2014/main" id="{91363A96-98FA-D243-AF10-8571FBAA7FE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758" y="3216"/>
                  <a:ext cx="1" cy="12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1" name="Line 1398">
                  <a:extLst>
                    <a:ext uri="{FF2B5EF4-FFF2-40B4-BE49-F238E27FC236}">
                      <a16:creationId xmlns:a16="http://schemas.microsoft.com/office/drawing/2014/main" id="{46EE6757-7403-EF48-A52A-609BBBDBCC2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72" y="3222"/>
                  <a:ext cx="12" cy="1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2" name="Line 1399">
                  <a:extLst>
                    <a:ext uri="{FF2B5EF4-FFF2-40B4-BE49-F238E27FC236}">
                      <a16:creationId xmlns:a16="http://schemas.microsoft.com/office/drawing/2014/main" id="{C2E1ABF1-4E22-CC46-B75F-9CF07FB35B5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78" y="3216"/>
                  <a:ext cx="1" cy="12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3" name="Line 1400">
                  <a:extLst>
                    <a:ext uri="{FF2B5EF4-FFF2-40B4-BE49-F238E27FC236}">
                      <a16:creationId xmlns:a16="http://schemas.microsoft.com/office/drawing/2014/main" id="{D649B230-CEB6-944E-96B5-242333A1B00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752" y="3222"/>
                  <a:ext cx="12" cy="1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4" name="Line 1401">
                  <a:extLst>
                    <a:ext uri="{FF2B5EF4-FFF2-40B4-BE49-F238E27FC236}">
                      <a16:creationId xmlns:a16="http://schemas.microsoft.com/office/drawing/2014/main" id="{D05639B0-F2CD-8D4E-B080-5E6BA359998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758" y="3216"/>
                  <a:ext cx="1" cy="12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5" name="Line 1402">
                  <a:extLst>
                    <a:ext uri="{FF2B5EF4-FFF2-40B4-BE49-F238E27FC236}">
                      <a16:creationId xmlns:a16="http://schemas.microsoft.com/office/drawing/2014/main" id="{AAE87583-A073-DE44-B225-54B25D3F88E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582" y="3222"/>
                  <a:ext cx="13" cy="1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6" name="Line 1403">
                  <a:extLst>
                    <a:ext uri="{FF2B5EF4-FFF2-40B4-BE49-F238E27FC236}">
                      <a16:creationId xmlns:a16="http://schemas.microsoft.com/office/drawing/2014/main" id="{742193B1-93E6-FA44-9D13-1F2D72F13E0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588" y="3216"/>
                  <a:ext cx="1" cy="12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7" name="Line 1404">
                  <a:extLst>
                    <a:ext uri="{FF2B5EF4-FFF2-40B4-BE49-F238E27FC236}">
                      <a16:creationId xmlns:a16="http://schemas.microsoft.com/office/drawing/2014/main" id="{BDEED579-E0B4-6848-89F5-E13E57937DA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450" y="3222"/>
                  <a:ext cx="13" cy="1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8" name="Line 1405">
                  <a:extLst>
                    <a:ext uri="{FF2B5EF4-FFF2-40B4-BE49-F238E27FC236}">
                      <a16:creationId xmlns:a16="http://schemas.microsoft.com/office/drawing/2014/main" id="{E2EBF40D-9460-EE45-9786-076B308447D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456" y="3216"/>
                  <a:ext cx="1" cy="12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9" name="Rectangle 1406">
                  <a:extLst>
                    <a:ext uri="{FF2B5EF4-FFF2-40B4-BE49-F238E27FC236}">
                      <a16:creationId xmlns:a16="http://schemas.microsoft.com/office/drawing/2014/main" id="{B75A7234-2303-0A4F-BFCD-13A78C2016C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185" y="1835"/>
                  <a:ext cx="13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40" name="Line 1407">
                  <a:extLst>
                    <a:ext uri="{FF2B5EF4-FFF2-40B4-BE49-F238E27FC236}">
                      <a16:creationId xmlns:a16="http://schemas.microsoft.com/office/drawing/2014/main" id="{721A6EF5-5583-9548-879A-9F11CB23045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355" y="3222"/>
                  <a:ext cx="13" cy="1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41" name="Line 1408">
                  <a:extLst>
                    <a:ext uri="{FF2B5EF4-FFF2-40B4-BE49-F238E27FC236}">
                      <a16:creationId xmlns:a16="http://schemas.microsoft.com/office/drawing/2014/main" id="{2A27141C-1961-F743-8994-A4DE598E911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361" y="3216"/>
                  <a:ext cx="1" cy="12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42" name="Rectangle 1409">
                  <a:extLst>
                    <a:ext uri="{FF2B5EF4-FFF2-40B4-BE49-F238E27FC236}">
                      <a16:creationId xmlns:a16="http://schemas.microsoft.com/office/drawing/2014/main" id="{98BFEE86-1CC5-4D48-BE50-3B31451516F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066" y="1835"/>
                  <a:ext cx="13" cy="1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43" name="Line 1410">
                  <a:extLst>
                    <a:ext uri="{FF2B5EF4-FFF2-40B4-BE49-F238E27FC236}">
                      <a16:creationId xmlns:a16="http://schemas.microsoft.com/office/drawing/2014/main" id="{F00A4D65-02AF-A841-9290-CDD1723FADC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254" y="3222"/>
                  <a:ext cx="13" cy="1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44" name="Line 1411">
                  <a:extLst>
                    <a:ext uri="{FF2B5EF4-FFF2-40B4-BE49-F238E27FC236}">
                      <a16:creationId xmlns:a16="http://schemas.microsoft.com/office/drawing/2014/main" id="{73617809-D0B9-0D4E-8700-084658C7CDC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261" y="3216"/>
                  <a:ext cx="1" cy="12"/>
                </a:xfrm>
                <a:prstGeom prst="line">
                  <a:avLst/>
                </a:prstGeom>
                <a:noFill/>
                <a:ln w="9525">
                  <a:solidFill>
                    <a:srgbClr val="00D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15" name="Line 1412">
                <a:extLst>
                  <a:ext uri="{FF2B5EF4-FFF2-40B4-BE49-F238E27FC236}">
                    <a16:creationId xmlns:a16="http://schemas.microsoft.com/office/drawing/2014/main" id="{3BB92BF0-11A3-8D4E-8B18-9A13813AA56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752" y="3222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DF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" name="Line 1413">
                <a:extLst>
                  <a:ext uri="{FF2B5EF4-FFF2-40B4-BE49-F238E27FC236}">
                    <a16:creationId xmlns:a16="http://schemas.microsoft.com/office/drawing/2014/main" id="{7FA98F9B-CC3A-9640-8BCA-D0DF349AA3F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758" y="3216"/>
                <a:ext cx="1" cy="12"/>
              </a:xfrm>
              <a:prstGeom prst="line">
                <a:avLst/>
              </a:prstGeom>
              <a:noFill/>
              <a:ln w="9525">
                <a:solidFill>
                  <a:srgbClr val="00DF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" name="Line 1414">
                <a:extLst>
                  <a:ext uri="{FF2B5EF4-FFF2-40B4-BE49-F238E27FC236}">
                    <a16:creationId xmlns:a16="http://schemas.microsoft.com/office/drawing/2014/main" id="{8DAB99F4-C487-F540-9F0C-2C3F18101F8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82" y="3222"/>
                <a:ext cx="13" cy="1"/>
              </a:xfrm>
              <a:prstGeom prst="line">
                <a:avLst/>
              </a:prstGeom>
              <a:noFill/>
              <a:ln w="9525">
                <a:solidFill>
                  <a:srgbClr val="00DF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" name="Line 1415">
                <a:extLst>
                  <a:ext uri="{FF2B5EF4-FFF2-40B4-BE49-F238E27FC236}">
                    <a16:creationId xmlns:a16="http://schemas.microsoft.com/office/drawing/2014/main" id="{DE38C025-9CF4-5C42-B1B5-508621B6DDC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88" y="3216"/>
                <a:ext cx="1" cy="12"/>
              </a:xfrm>
              <a:prstGeom prst="line">
                <a:avLst/>
              </a:prstGeom>
              <a:noFill/>
              <a:ln w="9525">
                <a:solidFill>
                  <a:srgbClr val="00DF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" name="Line 1416">
                <a:extLst>
                  <a:ext uri="{FF2B5EF4-FFF2-40B4-BE49-F238E27FC236}">
                    <a16:creationId xmlns:a16="http://schemas.microsoft.com/office/drawing/2014/main" id="{34B74107-839A-C44E-9CA3-3C4AAB7CB19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249" y="3222"/>
                <a:ext cx="13" cy="1"/>
              </a:xfrm>
              <a:prstGeom prst="line">
                <a:avLst/>
              </a:prstGeom>
              <a:noFill/>
              <a:ln w="9525">
                <a:solidFill>
                  <a:srgbClr val="00DF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" name="Line 1417">
                <a:extLst>
                  <a:ext uri="{FF2B5EF4-FFF2-40B4-BE49-F238E27FC236}">
                    <a16:creationId xmlns:a16="http://schemas.microsoft.com/office/drawing/2014/main" id="{6B19205E-6F51-774D-B662-CC15A286EC2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255" y="3216"/>
                <a:ext cx="1" cy="12"/>
              </a:xfrm>
              <a:prstGeom prst="line">
                <a:avLst/>
              </a:prstGeom>
              <a:noFill/>
              <a:ln w="9525">
                <a:solidFill>
                  <a:srgbClr val="00DF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" name="Line 1418">
                <a:extLst>
                  <a:ext uri="{FF2B5EF4-FFF2-40B4-BE49-F238E27FC236}">
                    <a16:creationId xmlns:a16="http://schemas.microsoft.com/office/drawing/2014/main" id="{60C5A8D9-F5F4-E142-9C7E-300AEB81217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80" y="3222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DF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" name="Line 1419">
                <a:extLst>
                  <a:ext uri="{FF2B5EF4-FFF2-40B4-BE49-F238E27FC236}">
                    <a16:creationId xmlns:a16="http://schemas.microsoft.com/office/drawing/2014/main" id="{143211B8-3194-8348-993E-9709651398B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86" y="3216"/>
                <a:ext cx="1" cy="12"/>
              </a:xfrm>
              <a:prstGeom prst="line">
                <a:avLst/>
              </a:prstGeom>
              <a:noFill/>
              <a:ln w="9525">
                <a:solidFill>
                  <a:srgbClr val="00DF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" name="Line 1420">
                <a:extLst>
                  <a:ext uri="{FF2B5EF4-FFF2-40B4-BE49-F238E27FC236}">
                    <a16:creationId xmlns:a16="http://schemas.microsoft.com/office/drawing/2014/main" id="{FEFBC519-5AF0-4A4D-B696-19EB22D4666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23" y="3222"/>
                <a:ext cx="13" cy="1"/>
              </a:xfrm>
              <a:prstGeom prst="line">
                <a:avLst/>
              </a:prstGeom>
              <a:noFill/>
              <a:ln w="9525">
                <a:solidFill>
                  <a:srgbClr val="00DF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" name="Line 1421">
                <a:extLst>
                  <a:ext uri="{FF2B5EF4-FFF2-40B4-BE49-F238E27FC236}">
                    <a16:creationId xmlns:a16="http://schemas.microsoft.com/office/drawing/2014/main" id="{000C552F-1D39-6C41-BB4D-782F42FF9FD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30" y="3216"/>
                <a:ext cx="1" cy="12"/>
              </a:xfrm>
              <a:prstGeom prst="line">
                <a:avLst/>
              </a:prstGeom>
              <a:noFill/>
              <a:ln w="9525">
                <a:solidFill>
                  <a:srgbClr val="00DF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" name="Line 1422">
                <a:extLst>
                  <a:ext uri="{FF2B5EF4-FFF2-40B4-BE49-F238E27FC236}">
                    <a16:creationId xmlns:a16="http://schemas.microsoft.com/office/drawing/2014/main" id="{05BDAC60-42B8-AB45-A771-4E40DF1F4C5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79" y="3222"/>
                <a:ext cx="13" cy="1"/>
              </a:xfrm>
              <a:prstGeom prst="line">
                <a:avLst/>
              </a:prstGeom>
              <a:noFill/>
              <a:ln w="9525">
                <a:solidFill>
                  <a:srgbClr val="00DF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" name="Line 1423">
                <a:extLst>
                  <a:ext uri="{FF2B5EF4-FFF2-40B4-BE49-F238E27FC236}">
                    <a16:creationId xmlns:a16="http://schemas.microsoft.com/office/drawing/2014/main" id="{B1B712D7-02CF-EE48-9C78-DE6ED049BA8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86" y="3216"/>
                <a:ext cx="1" cy="12"/>
              </a:xfrm>
              <a:prstGeom prst="line">
                <a:avLst/>
              </a:prstGeom>
              <a:noFill/>
              <a:ln w="9525">
                <a:solidFill>
                  <a:srgbClr val="00DF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" name="Rectangle 1424">
                <a:extLst>
                  <a:ext uri="{FF2B5EF4-FFF2-40B4-BE49-F238E27FC236}">
                    <a16:creationId xmlns:a16="http://schemas.microsoft.com/office/drawing/2014/main" id="{22C27AED-9A5C-8540-A745-B181933921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48" y="1835"/>
                <a:ext cx="12" cy="12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" name="Line 1425">
                <a:extLst>
                  <a:ext uri="{FF2B5EF4-FFF2-40B4-BE49-F238E27FC236}">
                    <a16:creationId xmlns:a16="http://schemas.microsoft.com/office/drawing/2014/main" id="{86855022-A43F-514E-AD35-D310B6E0C76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44" y="3222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DF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" name="Line 1426">
                <a:extLst>
                  <a:ext uri="{FF2B5EF4-FFF2-40B4-BE49-F238E27FC236}">
                    <a16:creationId xmlns:a16="http://schemas.microsoft.com/office/drawing/2014/main" id="{61CABE07-5DCF-B74D-9B91-9008271348E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50" y="3216"/>
                <a:ext cx="1" cy="12"/>
              </a:xfrm>
              <a:prstGeom prst="line">
                <a:avLst/>
              </a:prstGeom>
              <a:noFill/>
              <a:ln w="9525">
                <a:solidFill>
                  <a:srgbClr val="00DF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" name="Rectangle 1427">
                <a:extLst>
                  <a:ext uri="{FF2B5EF4-FFF2-40B4-BE49-F238E27FC236}">
                    <a16:creationId xmlns:a16="http://schemas.microsoft.com/office/drawing/2014/main" id="{1B455E45-AD02-284D-849F-17C9436F668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58" y="1835"/>
                <a:ext cx="13" cy="12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" name="Rectangle 1428">
                <a:extLst>
                  <a:ext uri="{FF2B5EF4-FFF2-40B4-BE49-F238E27FC236}">
                    <a16:creationId xmlns:a16="http://schemas.microsoft.com/office/drawing/2014/main" id="{0681116A-8F11-984A-8954-B2AAE09F1C4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16" y="1835"/>
                <a:ext cx="13" cy="12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" name="Rectangle 1429">
                <a:extLst>
                  <a:ext uri="{FF2B5EF4-FFF2-40B4-BE49-F238E27FC236}">
                    <a16:creationId xmlns:a16="http://schemas.microsoft.com/office/drawing/2014/main" id="{85F70400-817E-D042-BBEF-B8A9E75957E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98" y="1835"/>
                <a:ext cx="13" cy="12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" name="Rectangle 1430">
                <a:extLst>
                  <a:ext uri="{FF2B5EF4-FFF2-40B4-BE49-F238E27FC236}">
                    <a16:creationId xmlns:a16="http://schemas.microsoft.com/office/drawing/2014/main" id="{D5C0C633-AA1C-B247-A129-4CB3C5B67F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49" y="1835"/>
                <a:ext cx="13" cy="12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" name="Rectangle 1431">
                <a:extLst>
                  <a:ext uri="{FF2B5EF4-FFF2-40B4-BE49-F238E27FC236}">
                    <a16:creationId xmlns:a16="http://schemas.microsoft.com/office/drawing/2014/main" id="{73B24D37-3C3B-AE4A-B1DA-06BE59A12B9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69" y="1835"/>
                <a:ext cx="12" cy="12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" name="Rectangle 1432">
                <a:extLst>
                  <a:ext uri="{FF2B5EF4-FFF2-40B4-BE49-F238E27FC236}">
                    <a16:creationId xmlns:a16="http://schemas.microsoft.com/office/drawing/2014/main" id="{88398E60-6D05-B54F-9393-74170D9F60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63" y="1835"/>
                <a:ext cx="13" cy="12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" name="Rectangle 1433">
                <a:extLst>
                  <a:ext uri="{FF2B5EF4-FFF2-40B4-BE49-F238E27FC236}">
                    <a16:creationId xmlns:a16="http://schemas.microsoft.com/office/drawing/2014/main" id="{3FF55051-AD1C-3E4A-870B-3A6B06C97AA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38" y="1835"/>
                <a:ext cx="13" cy="12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7" name="Rectangle 1434">
                <a:extLst>
                  <a:ext uri="{FF2B5EF4-FFF2-40B4-BE49-F238E27FC236}">
                    <a16:creationId xmlns:a16="http://schemas.microsoft.com/office/drawing/2014/main" id="{969E11A0-C849-1A42-AFAB-86AA9BF8B7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01" y="1835"/>
                <a:ext cx="13" cy="12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" name="Rectangle 1435">
                <a:extLst>
                  <a:ext uri="{FF2B5EF4-FFF2-40B4-BE49-F238E27FC236}">
                    <a16:creationId xmlns:a16="http://schemas.microsoft.com/office/drawing/2014/main" id="{F959EACD-C50F-8C49-A971-733F777A38C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45" y="1835"/>
                <a:ext cx="13" cy="12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" name="Rectangle 1436">
                <a:extLst>
                  <a:ext uri="{FF2B5EF4-FFF2-40B4-BE49-F238E27FC236}">
                    <a16:creationId xmlns:a16="http://schemas.microsoft.com/office/drawing/2014/main" id="{C170E41E-6757-1C45-9F24-20E1E99C97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89" y="1835"/>
                <a:ext cx="13" cy="12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" name="Rectangle 1437">
                <a:extLst>
                  <a:ext uri="{FF2B5EF4-FFF2-40B4-BE49-F238E27FC236}">
                    <a16:creationId xmlns:a16="http://schemas.microsoft.com/office/drawing/2014/main" id="{4F42A26B-6092-FC4C-88E7-AA1F2298B2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21" y="1835"/>
                <a:ext cx="12" cy="12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" name="Line 1438">
                <a:extLst>
                  <a:ext uri="{FF2B5EF4-FFF2-40B4-BE49-F238E27FC236}">
                    <a16:creationId xmlns:a16="http://schemas.microsoft.com/office/drawing/2014/main" id="{1CE9FD80-68AE-1249-8461-E384548C038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39" y="3222"/>
                <a:ext cx="13" cy="1"/>
              </a:xfrm>
              <a:prstGeom prst="line">
                <a:avLst/>
              </a:prstGeom>
              <a:noFill/>
              <a:ln w="9525">
                <a:solidFill>
                  <a:srgbClr val="00DF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" name="Line 1439">
                <a:extLst>
                  <a:ext uri="{FF2B5EF4-FFF2-40B4-BE49-F238E27FC236}">
                    <a16:creationId xmlns:a16="http://schemas.microsoft.com/office/drawing/2014/main" id="{A2487B1C-9B82-D74C-8D53-0ECE664036B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46" y="3216"/>
                <a:ext cx="1" cy="12"/>
              </a:xfrm>
              <a:prstGeom prst="line">
                <a:avLst/>
              </a:prstGeom>
              <a:noFill/>
              <a:ln w="9525">
                <a:solidFill>
                  <a:srgbClr val="00DF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" name="Line 1440">
                <a:extLst>
                  <a:ext uri="{FF2B5EF4-FFF2-40B4-BE49-F238E27FC236}">
                    <a16:creationId xmlns:a16="http://schemas.microsoft.com/office/drawing/2014/main" id="{5B60D1D2-91C0-2047-A147-F1D6CC2C3D5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31" y="3222"/>
                <a:ext cx="13" cy="1"/>
              </a:xfrm>
              <a:prstGeom prst="line">
                <a:avLst/>
              </a:prstGeom>
              <a:noFill/>
              <a:ln w="9525">
                <a:solidFill>
                  <a:srgbClr val="00DF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" name="Line 1441">
                <a:extLst>
                  <a:ext uri="{FF2B5EF4-FFF2-40B4-BE49-F238E27FC236}">
                    <a16:creationId xmlns:a16="http://schemas.microsoft.com/office/drawing/2014/main" id="{AAB730DF-71AC-D046-A143-42F9A479955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37" y="3216"/>
                <a:ext cx="1" cy="12"/>
              </a:xfrm>
              <a:prstGeom prst="line">
                <a:avLst/>
              </a:prstGeom>
              <a:noFill/>
              <a:ln w="9525">
                <a:solidFill>
                  <a:srgbClr val="00DF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5" name="Rectangle 1442">
                <a:extLst>
                  <a:ext uri="{FF2B5EF4-FFF2-40B4-BE49-F238E27FC236}">
                    <a16:creationId xmlns:a16="http://schemas.microsoft.com/office/drawing/2014/main" id="{BF0AF71D-CDE0-7242-9198-B4672BB1186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10" y="1835"/>
                <a:ext cx="13" cy="12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6" name="Line 1443">
                <a:extLst>
                  <a:ext uri="{FF2B5EF4-FFF2-40B4-BE49-F238E27FC236}">
                    <a16:creationId xmlns:a16="http://schemas.microsoft.com/office/drawing/2014/main" id="{2E6B56F7-47D7-F14B-923C-8992D4C416C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68" y="3222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DF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" name="Line 1444">
                <a:extLst>
                  <a:ext uri="{FF2B5EF4-FFF2-40B4-BE49-F238E27FC236}">
                    <a16:creationId xmlns:a16="http://schemas.microsoft.com/office/drawing/2014/main" id="{3060D686-F101-FD4A-9203-8D1F433F10B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74" y="3216"/>
                <a:ext cx="1" cy="12"/>
              </a:xfrm>
              <a:prstGeom prst="line">
                <a:avLst/>
              </a:prstGeom>
              <a:noFill/>
              <a:ln w="9525">
                <a:solidFill>
                  <a:srgbClr val="00DF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8" name="Rectangle 1445">
                <a:extLst>
                  <a:ext uri="{FF2B5EF4-FFF2-40B4-BE49-F238E27FC236}">
                    <a16:creationId xmlns:a16="http://schemas.microsoft.com/office/drawing/2014/main" id="{561E4C06-0EF2-3348-8774-4667EA289BB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5" y="1835"/>
                <a:ext cx="12" cy="12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9" name="Rectangle 1446">
                <a:extLst>
                  <a:ext uri="{FF2B5EF4-FFF2-40B4-BE49-F238E27FC236}">
                    <a16:creationId xmlns:a16="http://schemas.microsoft.com/office/drawing/2014/main" id="{61263409-B48A-0844-93D7-25320C771A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73" y="1835"/>
                <a:ext cx="13" cy="12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0" name="Rectangle 1447">
                <a:extLst>
                  <a:ext uri="{FF2B5EF4-FFF2-40B4-BE49-F238E27FC236}">
                    <a16:creationId xmlns:a16="http://schemas.microsoft.com/office/drawing/2014/main" id="{04BDE087-36D1-1445-B245-7260AD5D0E0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30" y="1835"/>
                <a:ext cx="13" cy="12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1" name="Rectangle 1448">
                <a:extLst>
                  <a:ext uri="{FF2B5EF4-FFF2-40B4-BE49-F238E27FC236}">
                    <a16:creationId xmlns:a16="http://schemas.microsoft.com/office/drawing/2014/main" id="{C7FECA89-31C7-3D47-820A-FD0C5D50C44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50" y="1835"/>
                <a:ext cx="12" cy="12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2" name="Rectangle 1449">
                <a:extLst>
                  <a:ext uri="{FF2B5EF4-FFF2-40B4-BE49-F238E27FC236}">
                    <a16:creationId xmlns:a16="http://schemas.microsoft.com/office/drawing/2014/main" id="{5D83168F-B964-C04E-A139-BE88F56E333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50" y="1835"/>
                <a:ext cx="13" cy="12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3" name="Rectangle 1450">
                <a:extLst>
                  <a:ext uri="{FF2B5EF4-FFF2-40B4-BE49-F238E27FC236}">
                    <a16:creationId xmlns:a16="http://schemas.microsoft.com/office/drawing/2014/main" id="{28DB9F47-9909-4C4B-A031-A7EE91E63B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26" y="1835"/>
                <a:ext cx="12" cy="12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4" name="Rectangle 1451">
                <a:extLst>
                  <a:ext uri="{FF2B5EF4-FFF2-40B4-BE49-F238E27FC236}">
                    <a16:creationId xmlns:a16="http://schemas.microsoft.com/office/drawing/2014/main" id="{75D85853-A7BC-5947-AC98-0F00BD85A8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89" y="1835"/>
                <a:ext cx="12" cy="12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5" name="Rectangle 1452">
                <a:extLst>
                  <a:ext uri="{FF2B5EF4-FFF2-40B4-BE49-F238E27FC236}">
                    <a16:creationId xmlns:a16="http://schemas.microsoft.com/office/drawing/2014/main" id="{CA8983DA-DCEE-2F4D-86E8-1F3832C45F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39" y="1835"/>
                <a:ext cx="13" cy="12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6" name="Rectangle 1453">
                <a:extLst>
                  <a:ext uri="{FF2B5EF4-FFF2-40B4-BE49-F238E27FC236}">
                    <a16:creationId xmlns:a16="http://schemas.microsoft.com/office/drawing/2014/main" id="{3A94A718-00F8-8C41-982D-1E0B2003F28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83" y="1835"/>
                <a:ext cx="12" cy="12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" name="Rectangle 1454">
                <a:extLst>
                  <a:ext uri="{FF2B5EF4-FFF2-40B4-BE49-F238E27FC236}">
                    <a16:creationId xmlns:a16="http://schemas.microsoft.com/office/drawing/2014/main" id="{7876B6A1-33E5-C748-84D6-B3E4593694D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14" y="1835"/>
                <a:ext cx="13" cy="12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8" name="Rectangle 1455">
                <a:extLst>
                  <a:ext uri="{FF2B5EF4-FFF2-40B4-BE49-F238E27FC236}">
                    <a16:creationId xmlns:a16="http://schemas.microsoft.com/office/drawing/2014/main" id="{F82200CA-B165-9C47-8974-767ACBAD294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39" y="1835"/>
                <a:ext cx="13" cy="12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9" name="Rectangle 1456">
                <a:extLst>
                  <a:ext uri="{FF2B5EF4-FFF2-40B4-BE49-F238E27FC236}">
                    <a16:creationId xmlns:a16="http://schemas.microsoft.com/office/drawing/2014/main" id="{BC155792-EEBA-844A-B89D-E0F07C28D3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58" y="1835"/>
                <a:ext cx="13" cy="12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0" name="Line 1457">
                <a:extLst>
                  <a:ext uri="{FF2B5EF4-FFF2-40B4-BE49-F238E27FC236}">
                    <a16:creationId xmlns:a16="http://schemas.microsoft.com/office/drawing/2014/main" id="{25E41ED5-C98A-4E4E-88C1-879D0918A9F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72" y="3222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DF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1" name="Line 1458">
                <a:extLst>
                  <a:ext uri="{FF2B5EF4-FFF2-40B4-BE49-F238E27FC236}">
                    <a16:creationId xmlns:a16="http://schemas.microsoft.com/office/drawing/2014/main" id="{E7CEDFE8-D47C-B745-BB5A-02A01AD006E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78" y="3216"/>
                <a:ext cx="1" cy="12"/>
              </a:xfrm>
              <a:prstGeom prst="line">
                <a:avLst/>
              </a:prstGeom>
              <a:noFill/>
              <a:ln w="9525">
                <a:solidFill>
                  <a:srgbClr val="00DF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" name="Line 1459">
                <a:extLst>
                  <a:ext uri="{FF2B5EF4-FFF2-40B4-BE49-F238E27FC236}">
                    <a16:creationId xmlns:a16="http://schemas.microsoft.com/office/drawing/2014/main" id="{C10679E7-6170-1C4A-AC36-84D97FB95FD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752" y="3222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DF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3" name="Line 1460">
                <a:extLst>
                  <a:ext uri="{FF2B5EF4-FFF2-40B4-BE49-F238E27FC236}">
                    <a16:creationId xmlns:a16="http://schemas.microsoft.com/office/drawing/2014/main" id="{0510F613-E87B-7148-9364-A5019BA09B2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758" y="3216"/>
                <a:ext cx="1" cy="12"/>
              </a:xfrm>
              <a:prstGeom prst="line">
                <a:avLst/>
              </a:prstGeom>
              <a:noFill/>
              <a:ln w="9525">
                <a:solidFill>
                  <a:srgbClr val="00DF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4" name="Line 1461">
                <a:extLst>
                  <a:ext uri="{FF2B5EF4-FFF2-40B4-BE49-F238E27FC236}">
                    <a16:creationId xmlns:a16="http://schemas.microsoft.com/office/drawing/2014/main" id="{10C63969-F3A8-6049-8CEE-3B186AC12DC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72" y="3222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DF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5" name="Line 1462">
                <a:extLst>
                  <a:ext uri="{FF2B5EF4-FFF2-40B4-BE49-F238E27FC236}">
                    <a16:creationId xmlns:a16="http://schemas.microsoft.com/office/drawing/2014/main" id="{7F081C66-CCE0-3945-AC82-28136EB1732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78" y="3216"/>
                <a:ext cx="1" cy="12"/>
              </a:xfrm>
              <a:prstGeom prst="line">
                <a:avLst/>
              </a:prstGeom>
              <a:noFill/>
              <a:ln w="9525">
                <a:solidFill>
                  <a:srgbClr val="00DF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6" name="Line 1463">
                <a:extLst>
                  <a:ext uri="{FF2B5EF4-FFF2-40B4-BE49-F238E27FC236}">
                    <a16:creationId xmlns:a16="http://schemas.microsoft.com/office/drawing/2014/main" id="{79F012C7-634F-B842-90B4-2CD80BB266F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752" y="3222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DF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7" name="Line 1464">
                <a:extLst>
                  <a:ext uri="{FF2B5EF4-FFF2-40B4-BE49-F238E27FC236}">
                    <a16:creationId xmlns:a16="http://schemas.microsoft.com/office/drawing/2014/main" id="{F1D9720E-3B78-6C46-B7E7-5952B444C00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758" y="3216"/>
                <a:ext cx="1" cy="12"/>
              </a:xfrm>
              <a:prstGeom prst="line">
                <a:avLst/>
              </a:prstGeom>
              <a:noFill/>
              <a:ln w="9525">
                <a:solidFill>
                  <a:srgbClr val="00DF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8" name="Rectangle 1465">
                <a:extLst>
                  <a:ext uri="{FF2B5EF4-FFF2-40B4-BE49-F238E27FC236}">
                    <a16:creationId xmlns:a16="http://schemas.microsoft.com/office/drawing/2014/main" id="{35E9ED2E-6AAF-6C42-AADE-648612710E2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88" y="1835"/>
                <a:ext cx="13" cy="12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9" name="Rectangle 1466">
                <a:extLst>
                  <a:ext uri="{FF2B5EF4-FFF2-40B4-BE49-F238E27FC236}">
                    <a16:creationId xmlns:a16="http://schemas.microsoft.com/office/drawing/2014/main" id="{8E87C7E1-A347-D84E-BDA6-8C0FA09A298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84" y="1835"/>
                <a:ext cx="12" cy="12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0" name="Rectangle 1467">
                <a:extLst>
                  <a:ext uri="{FF2B5EF4-FFF2-40B4-BE49-F238E27FC236}">
                    <a16:creationId xmlns:a16="http://schemas.microsoft.com/office/drawing/2014/main" id="{1C953AA9-608D-244A-8CD9-4418CDE905B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16" y="1835"/>
                <a:ext cx="13" cy="12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1" name="Rectangle 1468">
                <a:extLst>
                  <a:ext uri="{FF2B5EF4-FFF2-40B4-BE49-F238E27FC236}">
                    <a16:creationId xmlns:a16="http://schemas.microsoft.com/office/drawing/2014/main" id="{69E59937-E88F-A043-9175-EC4A66C7F0A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98" y="1835"/>
                <a:ext cx="13" cy="12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2" name="Rectangle 1469">
                <a:extLst>
                  <a:ext uri="{FF2B5EF4-FFF2-40B4-BE49-F238E27FC236}">
                    <a16:creationId xmlns:a16="http://schemas.microsoft.com/office/drawing/2014/main" id="{5990914F-A9DE-604A-BBFB-903464E463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49" y="1835"/>
                <a:ext cx="13" cy="12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3" name="Rectangle 1470">
                <a:extLst>
                  <a:ext uri="{FF2B5EF4-FFF2-40B4-BE49-F238E27FC236}">
                    <a16:creationId xmlns:a16="http://schemas.microsoft.com/office/drawing/2014/main" id="{3166D024-6F66-CC4D-A168-5D54F1811B8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69" y="1835"/>
                <a:ext cx="12" cy="12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4" name="Rectangle 1471">
                <a:extLst>
                  <a:ext uri="{FF2B5EF4-FFF2-40B4-BE49-F238E27FC236}">
                    <a16:creationId xmlns:a16="http://schemas.microsoft.com/office/drawing/2014/main" id="{922D8544-729E-9B43-B615-509C50282C6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63" y="1835"/>
                <a:ext cx="13" cy="12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5" name="Rectangle 1472">
                <a:extLst>
                  <a:ext uri="{FF2B5EF4-FFF2-40B4-BE49-F238E27FC236}">
                    <a16:creationId xmlns:a16="http://schemas.microsoft.com/office/drawing/2014/main" id="{C5A4958C-F562-6242-B618-F93FC2EE7F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38" y="1835"/>
                <a:ext cx="13" cy="12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6" name="Rectangle 1473">
                <a:extLst>
                  <a:ext uri="{FF2B5EF4-FFF2-40B4-BE49-F238E27FC236}">
                    <a16:creationId xmlns:a16="http://schemas.microsoft.com/office/drawing/2014/main" id="{64D0E9FD-0081-B94E-A6BB-BDBD5EFD9ED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01" y="1835"/>
                <a:ext cx="13" cy="12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7" name="Rectangle 1474">
                <a:extLst>
                  <a:ext uri="{FF2B5EF4-FFF2-40B4-BE49-F238E27FC236}">
                    <a16:creationId xmlns:a16="http://schemas.microsoft.com/office/drawing/2014/main" id="{FDE60BCD-A34B-5F4A-800D-41A534ECCCE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45" y="1835"/>
                <a:ext cx="13" cy="12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8" name="Line 1475">
                <a:extLst>
                  <a:ext uri="{FF2B5EF4-FFF2-40B4-BE49-F238E27FC236}">
                    <a16:creationId xmlns:a16="http://schemas.microsoft.com/office/drawing/2014/main" id="{A6AE99CC-DA88-474F-92F0-8E664805C52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87" y="3222"/>
                <a:ext cx="13" cy="1"/>
              </a:xfrm>
              <a:prstGeom prst="line">
                <a:avLst/>
              </a:prstGeom>
              <a:noFill/>
              <a:ln w="9525">
                <a:solidFill>
                  <a:srgbClr val="00DF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9" name="Line 1476">
                <a:extLst>
                  <a:ext uri="{FF2B5EF4-FFF2-40B4-BE49-F238E27FC236}">
                    <a16:creationId xmlns:a16="http://schemas.microsoft.com/office/drawing/2014/main" id="{E0ED2EF5-049C-C746-8AF5-079A06C3F2A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93" y="3216"/>
                <a:ext cx="1" cy="12"/>
              </a:xfrm>
              <a:prstGeom prst="line">
                <a:avLst/>
              </a:prstGeom>
              <a:noFill/>
              <a:ln w="9525">
                <a:solidFill>
                  <a:srgbClr val="00DF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" name="Rectangle 1477">
                <a:extLst>
                  <a:ext uri="{FF2B5EF4-FFF2-40B4-BE49-F238E27FC236}">
                    <a16:creationId xmlns:a16="http://schemas.microsoft.com/office/drawing/2014/main" id="{ED5FCC07-BDF3-CB4D-8814-8C7C5BCB020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79" y="1835"/>
                <a:ext cx="13" cy="12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1" name="Rectangle 1478">
                <a:extLst>
                  <a:ext uri="{FF2B5EF4-FFF2-40B4-BE49-F238E27FC236}">
                    <a16:creationId xmlns:a16="http://schemas.microsoft.com/office/drawing/2014/main" id="{26DFA56C-A22F-4446-A881-15F092C777B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49" y="1835"/>
                <a:ext cx="12" cy="12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" name="Rectangle 1479">
                <a:extLst>
                  <a:ext uri="{FF2B5EF4-FFF2-40B4-BE49-F238E27FC236}">
                    <a16:creationId xmlns:a16="http://schemas.microsoft.com/office/drawing/2014/main" id="{E829308B-2FD1-7545-B0A1-6D291400A33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87" y="1835"/>
                <a:ext cx="13" cy="12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" name="Rectangle 1480">
                <a:extLst>
                  <a:ext uri="{FF2B5EF4-FFF2-40B4-BE49-F238E27FC236}">
                    <a16:creationId xmlns:a16="http://schemas.microsoft.com/office/drawing/2014/main" id="{474A5654-FA3A-E243-ACB5-69A13F02707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00" y="1835"/>
                <a:ext cx="13" cy="12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4" name="Rectangle 1481">
                <a:extLst>
                  <a:ext uri="{FF2B5EF4-FFF2-40B4-BE49-F238E27FC236}">
                    <a16:creationId xmlns:a16="http://schemas.microsoft.com/office/drawing/2014/main" id="{D2949F72-A986-0740-AF69-C03FA2D527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88" y="1835"/>
                <a:ext cx="13" cy="12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5" name="Line 1482">
                <a:extLst>
                  <a:ext uri="{FF2B5EF4-FFF2-40B4-BE49-F238E27FC236}">
                    <a16:creationId xmlns:a16="http://schemas.microsoft.com/office/drawing/2014/main" id="{632075B0-1F4D-1B47-A458-1202978BF69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82" y="3222"/>
                <a:ext cx="13" cy="1"/>
              </a:xfrm>
              <a:prstGeom prst="line">
                <a:avLst/>
              </a:prstGeom>
              <a:noFill/>
              <a:ln w="9525">
                <a:solidFill>
                  <a:srgbClr val="00DF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6" name="Line 1483">
                <a:extLst>
                  <a:ext uri="{FF2B5EF4-FFF2-40B4-BE49-F238E27FC236}">
                    <a16:creationId xmlns:a16="http://schemas.microsoft.com/office/drawing/2014/main" id="{3738ADFB-0FFC-E943-8F85-2500C5C8DD4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88" y="3216"/>
                <a:ext cx="1" cy="12"/>
              </a:xfrm>
              <a:prstGeom prst="line">
                <a:avLst/>
              </a:prstGeom>
              <a:noFill/>
              <a:ln w="9525">
                <a:solidFill>
                  <a:srgbClr val="00DF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7" name="Rectangle 1484">
                <a:extLst>
                  <a:ext uri="{FF2B5EF4-FFF2-40B4-BE49-F238E27FC236}">
                    <a16:creationId xmlns:a16="http://schemas.microsoft.com/office/drawing/2014/main" id="{AFCC0C83-6CCB-FC48-BB86-72D761ADBE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56" y="1835"/>
                <a:ext cx="13" cy="12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8" name="Rectangle 1485">
                <a:extLst>
                  <a:ext uri="{FF2B5EF4-FFF2-40B4-BE49-F238E27FC236}">
                    <a16:creationId xmlns:a16="http://schemas.microsoft.com/office/drawing/2014/main" id="{04AD8974-BE7B-2F47-9664-8F39633EE30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71" y="1835"/>
                <a:ext cx="12" cy="12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9" name="Rectangle 1486">
                <a:extLst>
                  <a:ext uri="{FF2B5EF4-FFF2-40B4-BE49-F238E27FC236}">
                    <a16:creationId xmlns:a16="http://schemas.microsoft.com/office/drawing/2014/main" id="{BE49BD1D-B6FB-5543-806A-BDCAE76196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28" y="1835"/>
                <a:ext cx="13" cy="12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0" name="Rectangle 1487">
                <a:extLst>
                  <a:ext uri="{FF2B5EF4-FFF2-40B4-BE49-F238E27FC236}">
                    <a16:creationId xmlns:a16="http://schemas.microsoft.com/office/drawing/2014/main" id="{39CE8325-4BB7-E64C-9518-E8B821F701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29" y="1835"/>
                <a:ext cx="13" cy="12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1" name="Line 1488">
                <a:extLst>
                  <a:ext uri="{FF2B5EF4-FFF2-40B4-BE49-F238E27FC236}">
                    <a16:creationId xmlns:a16="http://schemas.microsoft.com/office/drawing/2014/main" id="{CB781184-0B7F-0F41-BCA8-9BDDB4FEC5D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86" y="3222"/>
                <a:ext cx="13" cy="1"/>
              </a:xfrm>
              <a:prstGeom prst="line">
                <a:avLst/>
              </a:prstGeom>
              <a:noFill/>
              <a:ln w="9525">
                <a:solidFill>
                  <a:srgbClr val="00DF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2" name="Line 1489">
                <a:extLst>
                  <a:ext uri="{FF2B5EF4-FFF2-40B4-BE49-F238E27FC236}">
                    <a16:creationId xmlns:a16="http://schemas.microsoft.com/office/drawing/2014/main" id="{06F6D22F-351E-6041-9B59-7FC6D054D2E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93" y="3216"/>
                <a:ext cx="1" cy="12"/>
              </a:xfrm>
              <a:prstGeom prst="line">
                <a:avLst/>
              </a:prstGeom>
              <a:noFill/>
              <a:ln w="9525">
                <a:solidFill>
                  <a:srgbClr val="00DF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3" name="Line 1490">
                <a:extLst>
                  <a:ext uri="{FF2B5EF4-FFF2-40B4-BE49-F238E27FC236}">
                    <a16:creationId xmlns:a16="http://schemas.microsoft.com/office/drawing/2014/main" id="{5AA4B2F2-A4F3-DA46-A571-EDA6219D7C8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91" y="3222"/>
                <a:ext cx="13" cy="1"/>
              </a:xfrm>
              <a:prstGeom prst="line">
                <a:avLst/>
              </a:prstGeom>
              <a:noFill/>
              <a:ln w="9525">
                <a:solidFill>
                  <a:srgbClr val="00DF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4" name="Line 1491">
                <a:extLst>
                  <a:ext uri="{FF2B5EF4-FFF2-40B4-BE49-F238E27FC236}">
                    <a16:creationId xmlns:a16="http://schemas.microsoft.com/office/drawing/2014/main" id="{D32FEDAF-2FD3-1249-8732-48A782A14E4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97" y="3216"/>
                <a:ext cx="1" cy="12"/>
              </a:xfrm>
              <a:prstGeom prst="line">
                <a:avLst/>
              </a:prstGeom>
              <a:noFill/>
              <a:ln w="9525">
                <a:solidFill>
                  <a:srgbClr val="00DF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5" name="Line 1492">
                <a:extLst>
                  <a:ext uri="{FF2B5EF4-FFF2-40B4-BE49-F238E27FC236}">
                    <a16:creationId xmlns:a16="http://schemas.microsoft.com/office/drawing/2014/main" id="{A0FDE833-35F9-CE44-B518-FB2281D1E82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52" y="3222"/>
                <a:ext cx="13" cy="1"/>
              </a:xfrm>
              <a:prstGeom prst="line">
                <a:avLst/>
              </a:prstGeom>
              <a:noFill/>
              <a:ln w="9525">
                <a:solidFill>
                  <a:srgbClr val="00DF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6" name="Line 1493">
                <a:extLst>
                  <a:ext uri="{FF2B5EF4-FFF2-40B4-BE49-F238E27FC236}">
                    <a16:creationId xmlns:a16="http://schemas.microsoft.com/office/drawing/2014/main" id="{C3545039-EC20-0E42-8C65-353C1BCE616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59" y="3216"/>
                <a:ext cx="1" cy="12"/>
              </a:xfrm>
              <a:prstGeom prst="line">
                <a:avLst/>
              </a:prstGeom>
              <a:noFill/>
              <a:ln w="9525">
                <a:solidFill>
                  <a:srgbClr val="00DF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7" name="Rectangle 1494">
                <a:extLst>
                  <a:ext uri="{FF2B5EF4-FFF2-40B4-BE49-F238E27FC236}">
                    <a16:creationId xmlns:a16="http://schemas.microsoft.com/office/drawing/2014/main" id="{A46EB600-54E7-C644-91F5-59D8FBB529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64" y="1835"/>
                <a:ext cx="12" cy="12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8" name="Rectangle 1495">
                <a:extLst>
                  <a:ext uri="{FF2B5EF4-FFF2-40B4-BE49-F238E27FC236}">
                    <a16:creationId xmlns:a16="http://schemas.microsoft.com/office/drawing/2014/main" id="{4B8F5187-20ED-764F-AA62-84C2474A6BB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40" y="1835"/>
                <a:ext cx="13" cy="12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9" name="Rectangle 1496">
                <a:extLst>
                  <a:ext uri="{FF2B5EF4-FFF2-40B4-BE49-F238E27FC236}">
                    <a16:creationId xmlns:a16="http://schemas.microsoft.com/office/drawing/2014/main" id="{7E76257B-D42B-6C46-80D1-AA2FBADE55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60" y="1835"/>
                <a:ext cx="13" cy="12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0" name="Rectangle 1497">
                <a:extLst>
                  <a:ext uri="{FF2B5EF4-FFF2-40B4-BE49-F238E27FC236}">
                    <a16:creationId xmlns:a16="http://schemas.microsoft.com/office/drawing/2014/main" id="{23FE8D4E-5D51-B741-B9D4-5FDA1925E07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36" y="1835"/>
                <a:ext cx="13" cy="12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1" name="Line 1498">
                <a:extLst>
                  <a:ext uri="{FF2B5EF4-FFF2-40B4-BE49-F238E27FC236}">
                    <a16:creationId xmlns:a16="http://schemas.microsoft.com/office/drawing/2014/main" id="{E9D0753D-AF43-A449-BF4F-20C8A13609A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74" y="3222"/>
                <a:ext cx="13" cy="1"/>
              </a:xfrm>
              <a:prstGeom prst="line">
                <a:avLst/>
              </a:prstGeom>
              <a:noFill/>
              <a:ln w="9525">
                <a:solidFill>
                  <a:srgbClr val="00DF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2" name="Line 1499">
                <a:extLst>
                  <a:ext uri="{FF2B5EF4-FFF2-40B4-BE49-F238E27FC236}">
                    <a16:creationId xmlns:a16="http://schemas.microsoft.com/office/drawing/2014/main" id="{C78B0A00-73FB-404B-8BA0-E82F22D9213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81" y="3216"/>
                <a:ext cx="1" cy="12"/>
              </a:xfrm>
              <a:prstGeom prst="line">
                <a:avLst/>
              </a:prstGeom>
              <a:noFill/>
              <a:ln w="9525">
                <a:solidFill>
                  <a:srgbClr val="00DF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" name="Rectangle 1500">
                <a:extLst>
                  <a:ext uri="{FF2B5EF4-FFF2-40B4-BE49-F238E27FC236}">
                    <a16:creationId xmlns:a16="http://schemas.microsoft.com/office/drawing/2014/main" id="{8017D262-97D0-CE41-8752-43C64956422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66" y="1835"/>
                <a:ext cx="13" cy="12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" name="Rectangle 1501">
                <a:extLst>
                  <a:ext uri="{FF2B5EF4-FFF2-40B4-BE49-F238E27FC236}">
                    <a16:creationId xmlns:a16="http://schemas.microsoft.com/office/drawing/2014/main" id="{8B35364D-547F-C845-BFE4-152DAB961A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42" y="1835"/>
                <a:ext cx="13" cy="12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" name="Freeform 1502">
                <a:extLst>
                  <a:ext uri="{FF2B5EF4-FFF2-40B4-BE49-F238E27FC236}">
                    <a16:creationId xmlns:a16="http://schemas.microsoft.com/office/drawing/2014/main" id="{1A5CABB9-F871-A44F-9408-F7608E6A18D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10" y="1759"/>
                <a:ext cx="2130" cy="1413"/>
              </a:xfrm>
              <a:custGeom>
                <a:avLst/>
                <a:gdLst>
                  <a:gd name="T0" fmla="*/ 0 w 2130"/>
                  <a:gd name="T1" fmla="*/ 1413 h 1413"/>
                  <a:gd name="T2" fmla="*/ 527 w 2130"/>
                  <a:gd name="T3" fmla="*/ 1061 h 1413"/>
                  <a:gd name="T4" fmla="*/ 1062 w 2130"/>
                  <a:gd name="T5" fmla="*/ 703 h 1413"/>
                  <a:gd name="T6" fmla="*/ 1596 w 2130"/>
                  <a:gd name="T7" fmla="*/ 352 h 1413"/>
                  <a:gd name="T8" fmla="*/ 2130 w 2130"/>
                  <a:gd name="T9" fmla="*/ 0 h 141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130"/>
                  <a:gd name="T16" fmla="*/ 0 h 1413"/>
                  <a:gd name="T17" fmla="*/ 2130 w 2130"/>
                  <a:gd name="T18" fmla="*/ 1413 h 141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130" h="1413">
                    <a:moveTo>
                      <a:pt x="0" y="1413"/>
                    </a:moveTo>
                    <a:lnTo>
                      <a:pt x="527" y="1061"/>
                    </a:lnTo>
                    <a:lnTo>
                      <a:pt x="1062" y="703"/>
                    </a:lnTo>
                    <a:lnTo>
                      <a:pt x="1596" y="352"/>
                    </a:lnTo>
                    <a:lnTo>
                      <a:pt x="2130" y="0"/>
                    </a:lnTo>
                  </a:path>
                </a:pathLst>
              </a:custGeom>
              <a:noFill/>
              <a:ln w="952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6" name="Line 1503">
                <a:extLst>
                  <a:ext uri="{FF2B5EF4-FFF2-40B4-BE49-F238E27FC236}">
                    <a16:creationId xmlns:a16="http://schemas.microsoft.com/office/drawing/2014/main" id="{806E87A3-D518-554B-96FF-429C059C811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03" y="1753"/>
                <a:ext cx="2350" cy="1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7" name="Line 1504">
                <a:extLst>
                  <a:ext uri="{FF2B5EF4-FFF2-40B4-BE49-F238E27FC236}">
                    <a16:creationId xmlns:a16="http://schemas.microsoft.com/office/drawing/2014/main" id="{F8C6A039-FC7B-7947-80F3-22C52E34604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153" y="1753"/>
                <a:ext cx="1" cy="1538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8" name="Line 1505">
                <a:extLst>
                  <a:ext uri="{FF2B5EF4-FFF2-40B4-BE49-F238E27FC236}">
                    <a16:creationId xmlns:a16="http://schemas.microsoft.com/office/drawing/2014/main" id="{0AA3AD8F-6EC2-AD49-8A5B-1FA0095F560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803" y="3291"/>
                <a:ext cx="2350" cy="1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9" name="Line 1506">
                <a:extLst>
                  <a:ext uri="{FF2B5EF4-FFF2-40B4-BE49-F238E27FC236}">
                    <a16:creationId xmlns:a16="http://schemas.microsoft.com/office/drawing/2014/main" id="{FE72841F-11D1-2F41-AD4B-6D9A61E52E4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803" y="1753"/>
                <a:ext cx="1" cy="1538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0" name="Line 1507">
                <a:extLst>
                  <a:ext uri="{FF2B5EF4-FFF2-40B4-BE49-F238E27FC236}">
                    <a16:creationId xmlns:a16="http://schemas.microsoft.com/office/drawing/2014/main" id="{C33AE8ED-32F6-864D-A96F-04966A680D0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03" y="3291"/>
                <a:ext cx="1" cy="19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1" name="Line 1508">
                <a:extLst>
                  <a:ext uri="{FF2B5EF4-FFF2-40B4-BE49-F238E27FC236}">
                    <a16:creationId xmlns:a16="http://schemas.microsoft.com/office/drawing/2014/main" id="{9E953D58-B6E4-B64D-9094-49D4EC107B7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10" y="3291"/>
                <a:ext cx="1" cy="38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2" name="Rectangle 1509">
                <a:extLst>
                  <a:ext uri="{FF2B5EF4-FFF2-40B4-BE49-F238E27FC236}">
                    <a16:creationId xmlns:a16="http://schemas.microsoft.com/office/drawing/2014/main" id="{48393C58-6383-8C4D-967C-3C3B8BA0EF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59" y="3360"/>
                <a:ext cx="100" cy="1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500">
                    <a:solidFill>
                      <a:srgbClr val="000000"/>
                    </a:solidFill>
                    <a:latin typeface="Arial" pitchFamily="34" charset="0"/>
                  </a:rPr>
                  <a:t>.0</a:t>
                </a:r>
                <a:endParaRPr lang="en-US" sz="3200">
                  <a:latin typeface="Times New Roman" pitchFamily="18" charset="0"/>
                </a:endParaRPr>
              </a:p>
            </p:txBody>
          </p:sp>
          <p:sp>
            <p:nvSpPr>
              <p:cNvPr id="113" name="Line 1510">
                <a:extLst>
                  <a:ext uri="{FF2B5EF4-FFF2-40B4-BE49-F238E27FC236}">
                    <a16:creationId xmlns:a16="http://schemas.microsoft.com/office/drawing/2014/main" id="{924A4500-5118-CB4E-A722-08146FEDA80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16" y="3291"/>
                <a:ext cx="1" cy="19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" name="Line 1511">
                <a:extLst>
                  <a:ext uri="{FF2B5EF4-FFF2-40B4-BE49-F238E27FC236}">
                    <a16:creationId xmlns:a16="http://schemas.microsoft.com/office/drawing/2014/main" id="{5C24ED49-5E67-414F-A13B-C739BE2FD1B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23" y="3291"/>
                <a:ext cx="1" cy="38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5" name="Rectangle 1512">
                <a:extLst>
                  <a:ext uri="{FF2B5EF4-FFF2-40B4-BE49-F238E27FC236}">
                    <a16:creationId xmlns:a16="http://schemas.microsoft.com/office/drawing/2014/main" id="{15EA5852-7BF7-634C-BD2F-57E3520326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73" y="3360"/>
                <a:ext cx="100" cy="1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500">
                    <a:solidFill>
                      <a:srgbClr val="000000"/>
                    </a:solidFill>
                    <a:latin typeface="Arial" pitchFamily="34" charset="0"/>
                  </a:rPr>
                  <a:t>.1</a:t>
                </a:r>
                <a:endParaRPr lang="en-US" sz="3200">
                  <a:latin typeface="Times New Roman" pitchFamily="18" charset="0"/>
                </a:endParaRPr>
              </a:p>
            </p:txBody>
          </p:sp>
          <p:sp>
            <p:nvSpPr>
              <p:cNvPr id="116" name="Line 1513">
                <a:extLst>
                  <a:ext uri="{FF2B5EF4-FFF2-40B4-BE49-F238E27FC236}">
                    <a16:creationId xmlns:a16="http://schemas.microsoft.com/office/drawing/2014/main" id="{8E5C0F72-EE45-6F40-A7CD-29E063A875B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230" y="3291"/>
                <a:ext cx="1" cy="19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7" name="Line 1514">
                <a:extLst>
                  <a:ext uri="{FF2B5EF4-FFF2-40B4-BE49-F238E27FC236}">
                    <a16:creationId xmlns:a16="http://schemas.microsoft.com/office/drawing/2014/main" id="{FD8AF443-76E0-F940-AEC9-1C4D0D26BCB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37" y="3291"/>
                <a:ext cx="1" cy="38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8" name="Rectangle 1515">
                <a:extLst>
                  <a:ext uri="{FF2B5EF4-FFF2-40B4-BE49-F238E27FC236}">
                    <a16:creationId xmlns:a16="http://schemas.microsoft.com/office/drawing/2014/main" id="{2D4A4265-994C-DB41-A1F8-6BE872AF6E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87" y="3360"/>
                <a:ext cx="100" cy="1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500">
                    <a:solidFill>
                      <a:srgbClr val="000000"/>
                    </a:solidFill>
                    <a:latin typeface="Arial" pitchFamily="34" charset="0"/>
                  </a:rPr>
                  <a:t>.2</a:t>
                </a:r>
                <a:endParaRPr lang="en-US" sz="3200">
                  <a:latin typeface="Times New Roman" pitchFamily="18" charset="0"/>
                </a:endParaRPr>
              </a:p>
            </p:txBody>
          </p:sp>
          <p:sp>
            <p:nvSpPr>
              <p:cNvPr id="119" name="Line 1516">
                <a:extLst>
                  <a:ext uri="{FF2B5EF4-FFF2-40B4-BE49-F238E27FC236}">
                    <a16:creationId xmlns:a16="http://schemas.microsoft.com/office/drawing/2014/main" id="{056F65FC-1D9A-444F-939F-210009C7452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44" y="3291"/>
                <a:ext cx="1" cy="19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0" name="Line 1517">
                <a:extLst>
                  <a:ext uri="{FF2B5EF4-FFF2-40B4-BE49-F238E27FC236}">
                    <a16:creationId xmlns:a16="http://schemas.microsoft.com/office/drawing/2014/main" id="{590912F7-D27B-D840-960F-65C31322538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51" y="3291"/>
                <a:ext cx="1" cy="38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1" name="Rectangle 1518">
                <a:extLst>
                  <a:ext uri="{FF2B5EF4-FFF2-40B4-BE49-F238E27FC236}">
                    <a16:creationId xmlns:a16="http://schemas.microsoft.com/office/drawing/2014/main" id="{19F5CF20-336C-3D4A-BC6F-AA3A576232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00" y="3360"/>
                <a:ext cx="100" cy="1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500">
                    <a:solidFill>
                      <a:srgbClr val="000000"/>
                    </a:solidFill>
                    <a:latin typeface="Arial" pitchFamily="34" charset="0"/>
                  </a:rPr>
                  <a:t>.3</a:t>
                </a:r>
                <a:endParaRPr lang="en-US" sz="3200">
                  <a:latin typeface="Times New Roman" pitchFamily="18" charset="0"/>
                </a:endParaRPr>
              </a:p>
            </p:txBody>
          </p:sp>
          <p:sp>
            <p:nvSpPr>
              <p:cNvPr id="122" name="Line 1519">
                <a:extLst>
                  <a:ext uri="{FF2B5EF4-FFF2-40B4-BE49-F238E27FC236}">
                    <a16:creationId xmlns:a16="http://schemas.microsoft.com/office/drawing/2014/main" id="{EE8A0BCB-F7FF-8F4F-A465-532D02A68E6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657" y="3291"/>
                <a:ext cx="1" cy="19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3" name="Line 1520">
                <a:extLst>
                  <a:ext uri="{FF2B5EF4-FFF2-40B4-BE49-F238E27FC236}">
                    <a16:creationId xmlns:a16="http://schemas.microsoft.com/office/drawing/2014/main" id="{AADA9053-5264-5E45-9A14-5872A88510E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764" y="3291"/>
                <a:ext cx="1" cy="38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" name="Rectangle 1521">
                <a:extLst>
                  <a:ext uri="{FF2B5EF4-FFF2-40B4-BE49-F238E27FC236}">
                    <a16:creationId xmlns:a16="http://schemas.microsoft.com/office/drawing/2014/main" id="{AF73D0F7-6129-134B-8C4C-71E3D376F70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14" y="3360"/>
                <a:ext cx="100" cy="1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500">
                    <a:solidFill>
                      <a:srgbClr val="000000"/>
                    </a:solidFill>
                    <a:latin typeface="Arial" pitchFamily="34" charset="0"/>
                  </a:rPr>
                  <a:t>.4</a:t>
                </a:r>
                <a:endParaRPr lang="en-US" sz="3200">
                  <a:latin typeface="Times New Roman" pitchFamily="18" charset="0"/>
                </a:endParaRPr>
              </a:p>
            </p:txBody>
          </p:sp>
          <p:sp>
            <p:nvSpPr>
              <p:cNvPr id="125" name="Line 1522">
                <a:extLst>
                  <a:ext uri="{FF2B5EF4-FFF2-40B4-BE49-F238E27FC236}">
                    <a16:creationId xmlns:a16="http://schemas.microsoft.com/office/drawing/2014/main" id="{5AEA2C06-F9B7-6249-9C26-EC205DDDC1C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71" y="3291"/>
                <a:ext cx="1" cy="19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6" name="Line 1523">
                <a:extLst>
                  <a:ext uri="{FF2B5EF4-FFF2-40B4-BE49-F238E27FC236}">
                    <a16:creationId xmlns:a16="http://schemas.microsoft.com/office/drawing/2014/main" id="{CF8F8987-D52A-1E48-9D1A-1FDCE4127DA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78" y="3291"/>
                <a:ext cx="1" cy="38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7" name="Rectangle 1524">
                <a:extLst>
                  <a:ext uri="{FF2B5EF4-FFF2-40B4-BE49-F238E27FC236}">
                    <a16:creationId xmlns:a16="http://schemas.microsoft.com/office/drawing/2014/main" id="{96ACDBDC-5473-C943-BD11-C831DD9C07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28" y="3360"/>
                <a:ext cx="100" cy="1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500">
                    <a:solidFill>
                      <a:srgbClr val="000000"/>
                    </a:solidFill>
                    <a:latin typeface="Arial" pitchFamily="34" charset="0"/>
                  </a:rPr>
                  <a:t>.5</a:t>
                </a:r>
                <a:endParaRPr lang="en-US" sz="3200">
                  <a:latin typeface="Times New Roman" pitchFamily="18" charset="0"/>
                </a:endParaRPr>
              </a:p>
            </p:txBody>
          </p:sp>
          <p:sp>
            <p:nvSpPr>
              <p:cNvPr id="128" name="Line 1525">
                <a:extLst>
                  <a:ext uri="{FF2B5EF4-FFF2-40B4-BE49-F238E27FC236}">
                    <a16:creationId xmlns:a16="http://schemas.microsoft.com/office/drawing/2014/main" id="{6E16F053-7A4B-7C45-9CAA-2A9F6CD1A5D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85" y="3291"/>
                <a:ext cx="1" cy="19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9" name="Line 1526">
                <a:extLst>
                  <a:ext uri="{FF2B5EF4-FFF2-40B4-BE49-F238E27FC236}">
                    <a16:creationId xmlns:a16="http://schemas.microsoft.com/office/drawing/2014/main" id="{E8A00843-1BC6-324C-9CE1-09F8A3E6BC2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92" y="3291"/>
                <a:ext cx="1" cy="38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0" name="Rectangle 1527">
                <a:extLst>
                  <a:ext uri="{FF2B5EF4-FFF2-40B4-BE49-F238E27FC236}">
                    <a16:creationId xmlns:a16="http://schemas.microsoft.com/office/drawing/2014/main" id="{6DBD6D0E-319E-C64B-87D6-19492F35AC3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41" y="3360"/>
                <a:ext cx="100" cy="1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500">
                    <a:solidFill>
                      <a:srgbClr val="000000"/>
                    </a:solidFill>
                    <a:latin typeface="Arial" pitchFamily="34" charset="0"/>
                  </a:rPr>
                  <a:t>.6</a:t>
                </a:r>
                <a:endParaRPr lang="en-US" sz="3200">
                  <a:latin typeface="Times New Roman" pitchFamily="18" charset="0"/>
                </a:endParaRPr>
              </a:p>
            </p:txBody>
          </p:sp>
          <p:sp>
            <p:nvSpPr>
              <p:cNvPr id="131" name="Line 1528">
                <a:extLst>
                  <a:ext uri="{FF2B5EF4-FFF2-40B4-BE49-F238E27FC236}">
                    <a16:creationId xmlns:a16="http://schemas.microsoft.com/office/drawing/2014/main" id="{50EACEAC-C826-B949-9C7F-B1285BFCCE7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98" y="3291"/>
                <a:ext cx="1" cy="19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2" name="Line 1529">
                <a:extLst>
                  <a:ext uri="{FF2B5EF4-FFF2-40B4-BE49-F238E27FC236}">
                    <a16:creationId xmlns:a16="http://schemas.microsoft.com/office/drawing/2014/main" id="{1A0423E7-362D-D143-995B-A582BFAC7F3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05" y="3291"/>
                <a:ext cx="1" cy="38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3" name="Rectangle 1530">
                <a:extLst>
                  <a:ext uri="{FF2B5EF4-FFF2-40B4-BE49-F238E27FC236}">
                    <a16:creationId xmlns:a16="http://schemas.microsoft.com/office/drawing/2014/main" id="{CF4A1F85-45B1-424C-B8A1-D59CB90C8DD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55" y="3360"/>
                <a:ext cx="100" cy="1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500">
                    <a:solidFill>
                      <a:srgbClr val="000000"/>
                    </a:solidFill>
                    <a:latin typeface="Arial" pitchFamily="34" charset="0"/>
                  </a:rPr>
                  <a:t>.7</a:t>
                </a:r>
                <a:endParaRPr lang="en-US" sz="3200">
                  <a:latin typeface="Times New Roman" pitchFamily="18" charset="0"/>
                </a:endParaRPr>
              </a:p>
            </p:txBody>
          </p:sp>
          <p:sp>
            <p:nvSpPr>
              <p:cNvPr id="134" name="Line 1531">
                <a:extLst>
                  <a:ext uri="{FF2B5EF4-FFF2-40B4-BE49-F238E27FC236}">
                    <a16:creationId xmlns:a16="http://schemas.microsoft.com/office/drawing/2014/main" id="{9BCE852D-29A6-DF48-BBE3-CAF04FD5DB8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12" y="3291"/>
                <a:ext cx="1" cy="19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5" name="Line 1532">
                <a:extLst>
                  <a:ext uri="{FF2B5EF4-FFF2-40B4-BE49-F238E27FC236}">
                    <a16:creationId xmlns:a16="http://schemas.microsoft.com/office/drawing/2014/main" id="{F8340AF0-D974-044D-ABC1-52A287F3508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19" y="3291"/>
                <a:ext cx="1" cy="38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6" name="Rectangle 1533">
                <a:extLst>
                  <a:ext uri="{FF2B5EF4-FFF2-40B4-BE49-F238E27FC236}">
                    <a16:creationId xmlns:a16="http://schemas.microsoft.com/office/drawing/2014/main" id="{928CE357-D78F-A14D-BC3F-786992F6D4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69" y="3360"/>
                <a:ext cx="100" cy="1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500">
                    <a:solidFill>
                      <a:srgbClr val="000000"/>
                    </a:solidFill>
                    <a:latin typeface="Arial" pitchFamily="34" charset="0"/>
                  </a:rPr>
                  <a:t>.8</a:t>
                </a:r>
                <a:endParaRPr lang="en-US" sz="3200">
                  <a:latin typeface="Times New Roman" pitchFamily="18" charset="0"/>
                </a:endParaRPr>
              </a:p>
            </p:txBody>
          </p:sp>
          <p:sp>
            <p:nvSpPr>
              <p:cNvPr id="137" name="Line 1534">
                <a:extLst>
                  <a:ext uri="{FF2B5EF4-FFF2-40B4-BE49-F238E27FC236}">
                    <a16:creationId xmlns:a16="http://schemas.microsoft.com/office/drawing/2014/main" id="{241C6AB3-4D09-BF4D-8AA0-B026391C443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26" y="3291"/>
                <a:ext cx="1" cy="19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8" name="Line 1535">
                <a:extLst>
                  <a:ext uri="{FF2B5EF4-FFF2-40B4-BE49-F238E27FC236}">
                    <a16:creationId xmlns:a16="http://schemas.microsoft.com/office/drawing/2014/main" id="{22332FCF-0693-A44B-9CF7-FAD823BCC0F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33" y="3291"/>
                <a:ext cx="1" cy="38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9" name="Rectangle 1536">
                <a:extLst>
                  <a:ext uri="{FF2B5EF4-FFF2-40B4-BE49-F238E27FC236}">
                    <a16:creationId xmlns:a16="http://schemas.microsoft.com/office/drawing/2014/main" id="{B81C6FDE-8884-C44B-9B0D-DB01D106C65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82" y="3360"/>
                <a:ext cx="100" cy="1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500">
                    <a:solidFill>
                      <a:srgbClr val="000000"/>
                    </a:solidFill>
                    <a:latin typeface="Arial" pitchFamily="34" charset="0"/>
                  </a:rPr>
                  <a:t>.9</a:t>
                </a:r>
                <a:endParaRPr lang="en-US" sz="3200">
                  <a:latin typeface="Times New Roman" pitchFamily="18" charset="0"/>
                </a:endParaRPr>
              </a:p>
            </p:txBody>
          </p:sp>
          <p:sp>
            <p:nvSpPr>
              <p:cNvPr id="140" name="Line 1537">
                <a:extLst>
                  <a:ext uri="{FF2B5EF4-FFF2-40B4-BE49-F238E27FC236}">
                    <a16:creationId xmlns:a16="http://schemas.microsoft.com/office/drawing/2014/main" id="{0ECB4E36-8598-5F49-9315-0D9C8D76511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39" y="3291"/>
                <a:ext cx="1" cy="19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" name="Line 1538">
                <a:extLst>
                  <a:ext uri="{FF2B5EF4-FFF2-40B4-BE49-F238E27FC236}">
                    <a16:creationId xmlns:a16="http://schemas.microsoft.com/office/drawing/2014/main" id="{2C08D757-A332-0F43-B58B-9E5322E9C96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46" y="3291"/>
                <a:ext cx="1" cy="38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" name="Rectangle 1539">
                <a:extLst>
                  <a:ext uri="{FF2B5EF4-FFF2-40B4-BE49-F238E27FC236}">
                    <a16:creationId xmlns:a16="http://schemas.microsoft.com/office/drawing/2014/main" id="{857280B2-F564-DF43-BD8D-11670798377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65" y="3360"/>
                <a:ext cx="167" cy="1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500">
                    <a:solidFill>
                      <a:srgbClr val="000000"/>
                    </a:solidFill>
                    <a:latin typeface="Arial" pitchFamily="34" charset="0"/>
                  </a:rPr>
                  <a:t>1.0</a:t>
                </a:r>
                <a:endParaRPr lang="en-US" sz="3200">
                  <a:latin typeface="Times New Roman" pitchFamily="18" charset="0"/>
                </a:endParaRPr>
              </a:p>
            </p:txBody>
          </p:sp>
          <p:sp>
            <p:nvSpPr>
              <p:cNvPr id="143" name="Line 1540">
                <a:extLst>
                  <a:ext uri="{FF2B5EF4-FFF2-40B4-BE49-F238E27FC236}">
                    <a16:creationId xmlns:a16="http://schemas.microsoft.com/office/drawing/2014/main" id="{1AE5B120-E5A6-114F-9B33-41F16BDC423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153" y="3291"/>
                <a:ext cx="1" cy="19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" name="Rectangle 1541">
                <a:extLst>
                  <a:ext uri="{FF2B5EF4-FFF2-40B4-BE49-F238E27FC236}">
                    <a16:creationId xmlns:a16="http://schemas.microsoft.com/office/drawing/2014/main" id="{52153F09-3F0F-DB4C-B5F4-31F9FEFCBB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39" y="3504"/>
                <a:ext cx="462" cy="1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500" dirty="0">
                    <a:solidFill>
                      <a:srgbClr val="000000"/>
                    </a:solidFill>
                    <a:latin typeface="Arial" pitchFamily="34" charset="0"/>
                  </a:rPr>
                  <a:t>x</a:t>
                </a:r>
                <a:endParaRPr lang="en-US" sz="3200" dirty="0">
                  <a:latin typeface="Times New Roman" pitchFamily="18" charset="0"/>
                </a:endParaRPr>
              </a:p>
            </p:txBody>
          </p:sp>
        </p:grp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1533D84F-4400-D04D-A128-584A3A1251EC}"/>
                </a:ext>
              </a:extLst>
            </p:cNvPr>
            <p:cNvSpPr txBox="1"/>
            <p:nvPr/>
          </p:nvSpPr>
          <p:spPr>
            <a:xfrm rot="16200000">
              <a:off x="3987691" y="3300410"/>
              <a:ext cx="102278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y</a:t>
              </a:r>
            </a:p>
          </p:txBody>
        </p:sp>
      </p:grpSp>
      <p:sp>
        <p:nvSpPr>
          <p:cNvPr id="1544" name="Content Placeholder 2">
            <a:extLst>
              <a:ext uri="{FF2B5EF4-FFF2-40B4-BE49-F238E27FC236}">
                <a16:creationId xmlns:a16="http://schemas.microsoft.com/office/drawing/2014/main" id="{B09EC181-446B-B449-B7B3-7F333C521BC3}"/>
              </a:ext>
            </a:extLst>
          </p:cNvPr>
          <p:cNvSpPr txBox="1">
            <a:spLocks/>
          </p:cNvSpPr>
          <p:nvPr/>
        </p:nvSpPr>
        <p:spPr bwMode="auto">
          <a:xfrm>
            <a:off x="5145739" y="2006974"/>
            <a:ext cx="3639671" cy="8706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742950" indent="-28575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11430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6002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20574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b="1" dirty="0"/>
              <a:t>Problems:</a:t>
            </a:r>
          </a:p>
          <a:p>
            <a:r>
              <a:rPr lang="en-US" sz="1600" dirty="0"/>
              <a:t>How do we interpret predictions between 0 and 1?</a:t>
            </a:r>
          </a:p>
          <a:p>
            <a:r>
              <a:rPr lang="en-US" sz="1600" dirty="0"/>
              <a:t>What about predictions greater than 1?</a:t>
            </a:r>
          </a:p>
          <a:p>
            <a:r>
              <a:rPr lang="en-US" sz="1600" dirty="0"/>
              <a:t>The linear regression will almost always predict the wrong value</a:t>
            </a:r>
          </a:p>
        </p:txBody>
      </p:sp>
    </p:spTree>
    <p:extLst>
      <p:ext uri="{BB962C8B-B14F-4D97-AF65-F5344CB8AC3E}">
        <p14:creationId xmlns:p14="http://schemas.microsoft.com/office/powerpoint/2010/main" val="26152782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4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2B5C62-4997-F549-A02C-3DF8FEEAC4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Solution: Predict the Probability y=1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675CC6-71BA-DD4C-B0E1-B324C5EAA7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1" y="1200151"/>
            <a:ext cx="4618494" cy="3181350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 sz="1800" dirty="0"/>
              <a:t>Rather than predicting y, let’s predict the probability P(y=1), which falls between 0 and 1</a:t>
            </a:r>
          </a:p>
          <a:p>
            <a:pPr>
              <a:spcAft>
                <a:spcPts val="600"/>
              </a:spcAft>
            </a:pPr>
            <a:r>
              <a:rPr lang="en-US" sz="1800" dirty="0"/>
              <a:t>We could use linear regression, but what do we do with predicted values &lt;0 and &gt;1?</a:t>
            </a:r>
          </a:p>
          <a:p>
            <a:pPr>
              <a:spcAft>
                <a:spcPts val="600"/>
              </a:spcAft>
            </a:pPr>
            <a:r>
              <a:rPr lang="en-US" sz="1800" dirty="0"/>
              <a:t>A better option would be a function that predicts outputs between 0 and 1</a:t>
            </a:r>
          </a:p>
          <a:p>
            <a:pPr>
              <a:spcAft>
                <a:spcPts val="600"/>
              </a:spcAft>
            </a:pPr>
            <a:r>
              <a:rPr lang="en-US" sz="1800" dirty="0"/>
              <a:t>One alternative: the </a:t>
            </a:r>
            <a:r>
              <a:rPr lang="en-US" sz="1800" b="1" dirty="0"/>
              <a:t>sigmoid (logistic) </a:t>
            </a:r>
            <a:r>
              <a:rPr lang="en-US" sz="1800" dirty="0"/>
              <a:t>function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0C1A39B-2BC9-5A4F-B0B8-93B3E389B90B}"/>
                  </a:ext>
                </a:extLst>
              </p:cNvPr>
              <p:cNvSpPr txBox="1"/>
              <p:nvPr/>
            </p:nvSpPr>
            <p:spPr>
              <a:xfrm>
                <a:off x="5866453" y="1274235"/>
                <a:ext cx="1741567" cy="58336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𝜎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𝑧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1+</m:t>
                          </m:r>
                          <m:sSup>
                            <m:sSup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0C1A39B-2BC9-5A4F-B0B8-93B3E389B9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66453" y="1274235"/>
                <a:ext cx="1741567" cy="583365"/>
              </a:xfrm>
              <a:prstGeom prst="rect">
                <a:avLst/>
              </a:prstGeom>
              <a:blipFill>
                <a:blip r:embed="rId2"/>
                <a:stretch>
                  <a:fillRect l="-719" b="-148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6" name="Picture 2" descr="Image result for sigmoid function">
            <a:extLst>
              <a:ext uri="{FF2B5EF4-FFF2-40B4-BE49-F238E27FC236}">
                <a16:creationId xmlns:a16="http://schemas.microsoft.com/office/drawing/2014/main" id="{1D8FB0A2-D1CD-F144-9974-6F28BE878C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88330" y="2112840"/>
            <a:ext cx="3102909" cy="20686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FD15AF0-E942-2D43-8745-18C91B30B338}"/>
              </a:ext>
            </a:extLst>
          </p:cNvPr>
          <p:cNvSpPr txBox="1"/>
          <p:nvPr/>
        </p:nvSpPr>
        <p:spPr>
          <a:xfrm>
            <a:off x="7047725" y="4181446"/>
            <a:ext cx="1120589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i="1" dirty="0"/>
              <a:t>Source: Wikipedia</a:t>
            </a:r>
          </a:p>
        </p:txBody>
      </p:sp>
    </p:spTree>
    <p:extLst>
      <p:ext uri="{BB962C8B-B14F-4D97-AF65-F5344CB8AC3E}">
        <p14:creationId xmlns:p14="http://schemas.microsoft.com/office/powerpoint/2010/main" val="34465031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2B5C62-4997-F549-A02C-3DF8FEEAC4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Solution: Predict the Probability y=1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675CC6-71BA-DD4C-B0E1-B324C5EAA7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1" y="1200151"/>
            <a:ext cx="5424406" cy="1775524"/>
          </a:xfrm>
        </p:spPr>
        <p:txBody>
          <a:bodyPr/>
          <a:lstStyle/>
          <a:p>
            <a:pPr>
              <a:spcAft>
                <a:spcPts val="400"/>
              </a:spcAft>
            </a:pPr>
            <a:r>
              <a:rPr lang="en-US" sz="1800" dirty="0"/>
              <a:t>We want the output of our model to be P(y=1)</a:t>
            </a:r>
          </a:p>
          <a:p>
            <a:pPr>
              <a:spcAft>
                <a:spcPts val="400"/>
              </a:spcAft>
            </a:pPr>
            <a:r>
              <a:rPr lang="en-US" sz="1800" dirty="0"/>
              <a:t>We can use the sigmoid function to get outputs between 0 and 1</a:t>
            </a:r>
          </a:p>
          <a:p>
            <a:pPr>
              <a:spcAft>
                <a:spcPts val="400"/>
              </a:spcAft>
            </a:pPr>
            <a:r>
              <a:rPr lang="en-US" sz="1800" dirty="0"/>
              <a:t>As input to the sigmoid function we provide the output of our linear regression (w</a:t>
            </a:r>
            <a:r>
              <a:rPr lang="en-US" sz="1800" baseline="-25000" dirty="0"/>
              <a:t>0</a:t>
            </a:r>
            <a:r>
              <a:rPr lang="en-US" sz="1800" dirty="0"/>
              <a:t>+w</a:t>
            </a:r>
            <a:r>
              <a:rPr lang="en-US" sz="1800" baseline="-25000" dirty="0"/>
              <a:t>1</a:t>
            </a:r>
            <a:r>
              <a:rPr lang="en-US" sz="1800" dirty="0"/>
              <a:t>x)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D223251-ECF6-944C-962E-C8C298FC988C}"/>
                  </a:ext>
                </a:extLst>
              </p:cNvPr>
              <p:cNvSpPr txBox="1"/>
              <p:nvPr/>
            </p:nvSpPr>
            <p:spPr>
              <a:xfrm>
                <a:off x="6623424" y="1249550"/>
                <a:ext cx="184557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𝜎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D223251-ECF6-944C-962E-C8C298FC98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23424" y="1249550"/>
                <a:ext cx="1845570" cy="276999"/>
              </a:xfrm>
              <a:prstGeom prst="rect">
                <a:avLst/>
              </a:prstGeom>
              <a:blipFill>
                <a:blip r:embed="rId2"/>
                <a:stretch>
                  <a:fillRect l="-2055" b="-304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099E920A-38B4-E14B-86AE-9367B62860E3}"/>
                  </a:ext>
                </a:extLst>
              </p:cNvPr>
              <p:cNvSpPr txBox="1"/>
              <p:nvPr/>
            </p:nvSpPr>
            <p:spPr>
              <a:xfrm>
                <a:off x="6695558" y="2324450"/>
                <a:ext cx="1508618" cy="55361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1+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099E920A-38B4-E14B-86AE-9367B62860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95558" y="2324450"/>
                <a:ext cx="1508618" cy="553613"/>
              </a:xfrm>
              <a:prstGeom prst="rect">
                <a:avLst/>
              </a:prstGeom>
              <a:blipFill>
                <a:blip r:embed="rId3"/>
                <a:stretch>
                  <a:fillRect l="-833" t="-4444" r="-1667" b="-1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05667EA5-70F0-9443-9E77-D78D246961A4}"/>
                  </a:ext>
                </a:extLst>
              </p:cNvPr>
              <p:cNvSpPr txBox="1"/>
              <p:nvPr/>
            </p:nvSpPr>
            <p:spPr>
              <a:xfrm>
                <a:off x="6771798" y="3087019"/>
                <a:ext cx="1245726" cy="63626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sup>
                          </m:sSup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1+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sup>
                          </m:sSup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05667EA5-70F0-9443-9E77-D78D246961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71798" y="3087019"/>
                <a:ext cx="1245726" cy="636264"/>
              </a:xfrm>
              <a:prstGeom prst="rect">
                <a:avLst/>
              </a:prstGeom>
              <a:blipFill>
                <a:blip r:embed="rId4"/>
                <a:stretch>
                  <a:fillRect l="-2020" b="-96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BA6A4B18-3A09-9643-B93F-A5ED816309C1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000662" y="3563348"/>
                <a:ext cx="672795" cy="685028"/>
              </a:xfrm>
              <a:prstGeom prst="ellipse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1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p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1000" dirty="0"/>
              </a:p>
            </p:txBody>
          </p:sp>
        </mc:Choice>
        <mc:Fallback xmlns=""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BA6A4B18-3A09-9643-B93F-A5ED816309C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00662" y="3563348"/>
                <a:ext cx="672795" cy="685028"/>
              </a:xfrm>
              <a:prstGeom prst="ellipse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7FF94174-EA05-C44D-BE26-B317239472FD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104065" y="3563348"/>
                <a:ext cx="672795" cy="685028"/>
              </a:xfrm>
              <a:prstGeom prst="ellipse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𝜎</m:t>
                      </m:r>
                      <m:r>
                        <a:rPr lang="en-US" sz="1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sz="1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𝑧</m:t>
                      </m:r>
                      <m:r>
                        <a:rPr lang="en-US" sz="1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20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7FF94174-EA05-C44D-BE26-B317239472F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04065" y="3563348"/>
                <a:ext cx="672795" cy="685028"/>
              </a:xfrm>
              <a:prstGeom prst="ellipse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4BEAC0C9-53F3-554E-8026-3B0C2CED7C92}"/>
              </a:ext>
            </a:extLst>
          </p:cNvPr>
          <p:cNvCxnSpPr>
            <a:stCxn id="24" idx="6"/>
            <a:endCxn id="26" idx="2"/>
          </p:cNvCxnSpPr>
          <p:nvPr/>
        </p:nvCxnSpPr>
        <p:spPr>
          <a:xfrm>
            <a:off x="2673457" y="3905862"/>
            <a:ext cx="430608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B1A877CA-053A-7B47-B722-98A29AF8ECF7}"/>
              </a:ext>
            </a:extLst>
          </p:cNvPr>
          <p:cNvCxnSpPr>
            <a:cxnSpLocks/>
            <a:stCxn id="26" idx="6"/>
          </p:cNvCxnSpPr>
          <p:nvPr/>
        </p:nvCxnSpPr>
        <p:spPr>
          <a:xfrm>
            <a:off x="3776860" y="3905862"/>
            <a:ext cx="252699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601DEB14-B905-5C45-A6DF-E4E017E5EEF1}"/>
              </a:ext>
            </a:extLst>
          </p:cNvPr>
          <p:cNvCxnSpPr>
            <a:cxnSpLocks/>
          </p:cNvCxnSpPr>
          <p:nvPr/>
        </p:nvCxnSpPr>
        <p:spPr>
          <a:xfrm>
            <a:off x="1650569" y="3615205"/>
            <a:ext cx="350093" cy="12778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EB58F20D-5A41-8B41-A40D-AB17C268B82E}"/>
              </a:ext>
            </a:extLst>
          </p:cNvPr>
          <p:cNvCxnSpPr>
            <a:cxnSpLocks/>
          </p:cNvCxnSpPr>
          <p:nvPr/>
        </p:nvCxnSpPr>
        <p:spPr>
          <a:xfrm flipV="1">
            <a:off x="1686180" y="4183670"/>
            <a:ext cx="481434" cy="33458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86143EC8-5EEB-D842-B4AD-4D12C31B7216}"/>
              </a:ext>
            </a:extLst>
          </p:cNvPr>
          <p:cNvCxnSpPr>
            <a:cxnSpLocks/>
          </p:cNvCxnSpPr>
          <p:nvPr/>
        </p:nvCxnSpPr>
        <p:spPr>
          <a:xfrm flipV="1">
            <a:off x="1670840" y="4022958"/>
            <a:ext cx="362817" cy="1912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5C10C427-CB94-5C42-96E1-6383E898A04D}"/>
              </a:ext>
            </a:extLst>
          </p:cNvPr>
          <p:cNvCxnSpPr>
            <a:cxnSpLocks/>
            <a:endCxn id="24" idx="2"/>
          </p:cNvCxnSpPr>
          <p:nvPr/>
        </p:nvCxnSpPr>
        <p:spPr>
          <a:xfrm>
            <a:off x="1650569" y="3905862"/>
            <a:ext cx="350093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7ACBA2EF-D70B-ED44-A992-286421DA42DB}"/>
              </a:ext>
            </a:extLst>
          </p:cNvPr>
          <p:cNvCxnSpPr>
            <a:cxnSpLocks/>
          </p:cNvCxnSpPr>
          <p:nvPr/>
        </p:nvCxnSpPr>
        <p:spPr>
          <a:xfrm>
            <a:off x="1637434" y="3366554"/>
            <a:ext cx="511152" cy="22724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05ECA390-6004-4D45-8524-B40CD82CAF56}"/>
                  </a:ext>
                </a:extLst>
              </p:cNvPr>
              <p:cNvSpPr txBox="1"/>
              <p:nvPr/>
            </p:nvSpPr>
            <p:spPr>
              <a:xfrm>
                <a:off x="1283265" y="3142227"/>
                <a:ext cx="27122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05ECA390-6004-4D45-8524-B40CD82CAF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83265" y="3142227"/>
                <a:ext cx="271220" cy="27699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D43A1C9F-5137-9D4D-A1E7-484E08100D82}"/>
                  </a:ext>
                </a:extLst>
              </p:cNvPr>
              <p:cNvSpPr txBox="1"/>
              <p:nvPr/>
            </p:nvSpPr>
            <p:spPr>
              <a:xfrm>
                <a:off x="1288358" y="3419226"/>
                <a:ext cx="27122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D43A1C9F-5137-9D4D-A1E7-484E08100D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88358" y="3419226"/>
                <a:ext cx="271220" cy="276999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8A8FCF28-1106-C644-9FD5-0189CAC898D6}"/>
                  </a:ext>
                </a:extLst>
              </p:cNvPr>
              <p:cNvSpPr txBox="1"/>
              <p:nvPr/>
            </p:nvSpPr>
            <p:spPr>
              <a:xfrm>
                <a:off x="1294925" y="3735755"/>
                <a:ext cx="27122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8A8FCF28-1106-C644-9FD5-0189CAC898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4925" y="3735755"/>
                <a:ext cx="271220" cy="276999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D631DDD2-CB31-824F-A12F-6C93F85E8228}"/>
                  </a:ext>
                </a:extLst>
              </p:cNvPr>
              <p:cNvSpPr txBox="1"/>
              <p:nvPr/>
            </p:nvSpPr>
            <p:spPr>
              <a:xfrm>
                <a:off x="1308581" y="4345416"/>
                <a:ext cx="271220" cy="2912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D631DDD2-CB31-824F-A12F-6C93F85E82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08581" y="4345416"/>
                <a:ext cx="271220" cy="291298"/>
              </a:xfrm>
              <a:prstGeom prst="rect">
                <a:avLst/>
              </a:prstGeom>
              <a:blipFill>
                <a:blip r:embed="rId10"/>
                <a:stretch>
                  <a:fillRect r="-45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C0933120-B06D-DB4D-B040-D180E53D99AD}"/>
                  </a:ext>
                </a:extLst>
              </p:cNvPr>
              <p:cNvSpPr txBox="1"/>
              <p:nvPr/>
            </p:nvSpPr>
            <p:spPr>
              <a:xfrm>
                <a:off x="1295416" y="4028362"/>
                <a:ext cx="27122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 smtClean="0">
                          <a:latin typeface="Cambria Math" panose="02040503050406030204" pitchFamily="18" charset="0"/>
                        </a:rPr>
                        <m:t>…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C0933120-B06D-DB4D-B040-D180E53D99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5416" y="4028362"/>
                <a:ext cx="271220" cy="276999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857E1D90-62C6-B24A-BFF2-FDC16C06B738}"/>
                  </a:ext>
                </a:extLst>
              </p:cNvPr>
              <p:cNvSpPr txBox="1"/>
              <p:nvPr/>
            </p:nvSpPr>
            <p:spPr>
              <a:xfrm>
                <a:off x="1716638" y="3155390"/>
                <a:ext cx="27122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857E1D90-62C6-B24A-BFF2-FDC16C06B7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16638" y="3155390"/>
                <a:ext cx="271220" cy="276999"/>
              </a:xfrm>
              <a:prstGeom prst="rect">
                <a:avLst/>
              </a:prstGeom>
              <a:blipFill>
                <a:blip r:embed="rId12"/>
                <a:stretch>
                  <a:fillRect r="-13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D502B56C-14BA-C44A-B157-B689233601CB}"/>
                  </a:ext>
                </a:extLst>
              </p:cNvPr>
              <p:cNvSpPr txBox="1"/>
              <p:nvPr/>
            </p:nvSpPr>
            <p:spPr>
              <a:xfrm>
                <a:off x="1666945" y="3418158"/>
                <a:ext cx="27122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D502B56C-14BA-C44A-B157-B689233601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6945" y="3418158"/>
                <a:ext cx="271220" cy="276999"/>
              </a:xfrm>
              <a:prstGeom prst="rect">
                <a:avLst/>
              </a:prstGeom>
              <a:blipFill>
                <a:blip r:embed="rId13"/>
                <a:stretch>
                  <a:fillRect r="-13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BEDE169C-BA1D-4C48-8587-38E2FCDE92DC}"/>
                  </a:ext>
                </a:extLst>
              </p:cNvPr>
              <p:cNvSpPr txBox="1"/>
              <p:nvPr/>
            </p:nvSpPr>
            <p:spPr>
              <a:xfrm>
                <a:off x="1620941" y="3646159"/>
                <a:ext cx="27122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BEDE169C-BA1D-4C48-8587-38E2FCDE92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0941" y="3646159"/>
                <a:ext cx="271220" cy="276999"/>
              </a:xfrm>
              <a:prstGeom prst="rect">
                <a:avLst/>
              </a:prstGeom>
              <a:blipFill>
                <a:blip r:embed="rId14"/>
                <a:stretch>
                  <a:fillRect r="-13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CD5C808C-0230-C748-A11B-20A2704AB1B2}"/>
                  </a:ext>
                </a:extLst>
              </p:cNvPr>
              <p:cNvSpPr txBox="1"/>
              <p:nvPr/>
            </p:nvSpPr>
            <p:spPr>
              <a:xfrm>
                <a:off x="1597252" y="3883761"/>
                <a:ext cx="27122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…</m:t>
                          </m:r>
                        </m:sub>
                      </m:sSub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CD5C808C-0230-C748-A11B-20A2704AB1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97252" y="3883761"/>
                <a:ext cx="271220" cy="276999"/>
              </a:xfrm>
              <a:prstGeom prst="rect">
                <a:avLst/>
              </a:prstGeom>
              <a:blipFill>
                <a:blip r:embed="rId15"/>
                <a:stretch>
                  <a:fillRect r="-4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A1A56429-185A-7646-B154-9D98CFEACEDF}"/>
                  </a:ext>
                </a:extLst>
              </p:cNvPr>
              <p:cNvSpPr txBox="1"/>
              <p:nvPr/>
            </p:nvSpPr>
            <p:spPr>
              <a:xfrm>
                <a:off x="1615256" y="4148203"/>
                <a:ext cx="271220" cy="2912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A1A56429-185A-7646-B154-9D98CFEACE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15256" y="4148203"/>
                <a:ext cx="271220" cy="291298"/>
              </a:xfrm>
              <a:prstGeom prst="rect">
                <a:avLst/>
              </a:prstGeom>
              <a:blipFill>
                <a:blip r:embed="rId16"/>
                <a:stretch>
                  <a:fillRect r="-13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89CB5981-BD18-6C4D-84CC-4F632E1D98C1}"/>
                  </a:ext>
                </a:extLst>
              </p:cNvPr>
              <p:cNvSpPr txBox="1"/>
              <p:nvPr/>
            </p:nvSpPr>
            <p:spPr>
              <a:xfrm>
                <a:off x="2748713" y="3659247"/>
                <a:ext cx="27122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 smtClean="0">
                          <a:latin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89CB5981-BD18-6C4D-84CC-4F632E1D98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48713" y="3659247"/>
                <a:ext cx="271220" cy="276999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3AB007F8-DBE3-9A40-837A-3933DD6883F1}"/>
                  </a:ext>
                </a:extLst>
              </p:cNvPr>
              <p:cNvSpPr txBox="1"/>
              <p:nvPr/>
            </p:nvSpPr>
            <p:spPr>
              <a:xfrm>
                <a:off x="6715820" y="1792516"/>
                <a:ext cx="113184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𝜎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3AB007F8-DBE3-9A40-837A-3933DD6883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15820" y="1792516"/>
                <a:ext cx="1131848" cy="276999"/>
              </a:xfrm>
              <a:prstGeom prst="rect">
                <a:avLst/>
              </a:prstGeom>
              <a:blipFill>
                <a:blip r:embed="rId18"/>
                <a:stretch>
                  <a:fillRect l="-1111" b="-227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Rectangle 49">
                <a:extLst>
                  <a:ext uri="{FF2B5EF4-FFF2-40B4-BE49-F238E27FC236}">
                    <a16:creationId xmlns:a16="http://schemas.microsoft.com/office/drawing/2014/main" id="{9613FBA0-F4E5-B849-B606-04C4C8153B15}"/>
                  </a:ext>
                </a:extLst>
              </p:cNvPr>
              <p:cNvSpPr/>
              <p:nvPr/>
            </p:nvSpPr>
            <p:spPr>
              <a:xfrm>
                <a:off x="4001392" y="3767362"/>
                <a:ext cx="1585499" cy="27699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e>
                      </m:d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𝜎</m:t>
                      </m:r>
                      <m:d>
                        <m:dPr>
                          <m:ctrlPr>
                            <a:rPr lang="en-US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p>
                              <m:r>
                                <a:rPr lang="en-US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sSub>
                            <m:sSubPr>
                              <m:ctrlPr>
                                <a:rPr lang="en-US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50" name="Rectangle 49">
                <a:extLst>
                  <a:ext uri="{FF2B5EF4-FFF2-40B4-BE49-F238E27FC236}">
                    <a16:creationId xmlns:a16="http://schemas.microsoft.com/office/drawing/2014/main" id="{9613FBA0-F4E5-B849-B606-04C4C8153B1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01392" y="3767362"/>
                <a:ext cx="1585499" cy="276999"/>
              </a:xfrm>
              <a:prstGeom prst="rect">
                <a:avLst/>
              </a:prstGeom>
              <a:blipFill>
                <a:blip r:embed="rId19"/>
                <a:stretch>
                  <a:fillRect b="-86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Rectangle 13">
            <a:extLst>
              <a:ext uri="{FF2B5EF4-FFF2-40B4-BE49-F238E27FC236}">
                <a16:creationId xmlns:a16="http://schemas.microsoft.com/office/drawing/2014/main" id="{6BF94EBA-6F02-AE45-A3B0-E0785C805920}"/>
              </a:ext>
            </a:extLst>
          </p:cNvPr>
          <p:cNvSpPr/>
          <p:nvPr/>
        </p:nvSpPr>
        <p:spPr>
          <a:xfrm>
            <a:off x="6435966" y="1114136"/>
            <a:ext cx="2297526" cy="2683610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Left Bracket 14">
            <a:extLst>
              <a:ext uri="{FF2B5EF4-FFF2-40B4-BE49-F238E27FC236}">
                <a16:creationId xmlns:a16="http://schemas.microsoft.com/office/drawing/2014/main" id="{D8A94630-3DB8-2940-97E9-272A16527269}"/>
              </a:ext>
            </a:extLst>
          </p:cNvPr>
          <p:cNvSpPr/>
          <p:nvPr/>
        </p:nvSpPr>
        <p:spPr>
          <a:xfrm>
            <a:off x="1283265" y="3155390"/>
            <a:ext cx="45719" cy="1481324"/>
          </a:xfrm>
          <a:prstGeom prst="leftBracke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ight Bracket 16">
            <a:extLst>
              <a:ext uri="{FF2B5EF4-FFF2-40B4-BE49-F238E27FC236}">
                <a16:creationId xmlns:a16="http://schemas.microsoft.com/office/drawing/2014/main" id="{5B9C2197-4BC7-5B43-AEC5-516C57039D12}"/>
              </a:ext>
            </a:extLst>
          </p:cNvPr>
          <p:cNvSpPr/>
          <p:nvPr/>
        </p:nvSpPr>
        <p:spPr>
          <a:xfrm>
            <a:off x="1554485" y="3155390"/>
            <a:ext cx="45719" cy="1481324"/>
          </a:xfrm>
          <a:prstGeom prst="rightBracke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0BFF94B-DD0A-DF42-9A18-35F589F10A02}"/>
              </a:ext>
            </a:extLst>
          </p:cNvPr>
          <p:cNvSpPr txBox="1"/>
          <p:nvPr/>
        </p:nvSpPr>
        <p:spPr>
          <a:xfrm>
            <a:off x="1308820" y="2884400"/>
            <a:ext cx="29407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i="1" dirty="0"/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42457544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26" grpId="0" animBg="1"/>
      <p:bldP spid="38" grpId="0"/>
      <p:bldP spid="39" grpId="0"/>
      <p:bldP spid="40" grpId="0"/>
      <p:bldP spid="41" grpId="0"/>
      <p:bldP spid="42" grpId="0"/>
      <p:bldP spid="43" grpId="0"/>
      <p:bldP spid="44" grpId="0"/>
      <p:bldP spid="45" grpId="0"/>
      <p:bldP spid="46" grpId="0"/>
      <p:bldP spid="47" grpId="0"/>
      <p:bldP spid="48" grpId="0"/>
      <p:bldP spid="50" grpId="0"/>
      <p:bldP spid="15" grpId="0" animBg="1"/>
      <p:bldP spid="17" grpId="0" animBg="1"/>
      <p:bldP spid="1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6999AA-B96D-B941-9D33-F8DF986C46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Estimating the parameters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D057E2-9FC2-7146-A97E-A339BBCBD8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spcAft>
                <a:spcPts val="400"/>
              </a:spcAft>
              <a:buNone/>
            </a:pPr>
            <a:r>
              <a:rPr lang="en-US" sz="2000" dirty="0"/>
              <a:t>How do we estimate the parameters w</a:t>
            </a:r>
            <a:r>
              <a:rPr lang="en-US" sz="2000" baseline="-25000" dirty="0"/>
              <a:t>1</a:t>
            </a:r>
            <a:r>
              <a:rPr lang="en-US" sz="2000" dirty="0"/>
              <a:t>,w</a:t>
            </a:r>
            <a:r>
              <a:rPr lang="en-US" sz="2000" baseline="-25000" dirty="0"/>
              <a:t>2</a:t>
            </a:r>
            <a:r>
              <a:rPr lang="en-US" sz="2000" dirty="0"/>
              <a:t>…w</a:t>
            </a:r>
            <a:r>
              <a:rPr lang="en-US" sz="2000" baseline="-25000" dirty="0"/>
              <a:t>p</a:t>
            </a:r>
            <a:r>
              <a:rPr lang="en-US" sz="2000" dirty="0"/>
              <a:t>?</a:t>
            </a:r>
          </a:p>
          <a:p>
            <a:pPr>
              <a:spcAft>
                <a:spcPts val="400"/>
              </a:spcAft>
              <a:buFont typeface="+mj-lt"/>
              <a:buAutoNum type="arabicPeriod"/>
            </a:pPr>
            <a:r>
              <a:rPr lang="en-US" sz="1800" dirty="0"/>
              <a:t>Define our cost function </a:t>
            </a:r>
            <a:r>
              <a:rPr lang="en-US" sz="1800" i="1" dirty="0"/>
              <a:t>J(w)</a:t>
            </a:r>
          </a:p>
          <a:p>
            <a:pPr>
              <a:spcAft>
                <a:spcPts val="800"/>
              </a:spcAft>
              <a:buFont typeface="+mj-lt"/>
              <a:buAutoNum type="arabicPeriod"/>
            </a:pPr>
            <a:r>
              <a:rPr lang="en-US" sz="1800" dirty="0"/>
              <a:t>Find the weight/coefficient values that minimize the cost function</a:t>
            </a:r>
          </a:p>
          <a:p>
            <a:pPr lvl="1">
              <a:spcAft>
                <a:spcPts val="400"/>
              </a:spcAft>
            </a:pPr>
            <a:r>
              <a:rPr lang="en-US" sz="1600" dirty="0"/>
              <a:t>Calculate the gradient (derivative)</a:t>
            </a:r>
          </a:p>
          <a:p>
            <a:pPr lvl="1">
              <a:spcAft>
                <a:spcPts val="400"/>
              </a:spcAft>
            </a:pPr>
            <a:r>
              <a:rPr lang="en-US" sz="1600" dirty="0"/>
              <a:t>Set the gradient equal to 0</a:t>
            </a:r>
          </a:p>
          <a:p>
            <a:pPr lvl="1">
              <a:spcAft>
                <a:spcPts val="400"/>
              </a:spcAft>
            </a:pPr>
            <a:r>
              <a:rPr lang="en-US" sz="1600" dirty="0"/>
              <a:t>Solve for the coefficients</a:t>
            </a:r>
          </a:p>
          <a:p>
            <a:pPr marL="0" indent="0">
              <a:spcAft>
                <a:spcPts val="400"/>
              </a:spcAft>
              <a:buNone/>
            </a:pPr>
            <a:endParaRPr lang="en-US" sz="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2000" dirty="0"/>
              <a:t>But this time it’s a bit trickier: </a:t>
            </a:r>
          </a:p>
          <a:p>
            <a:pPr lvl="1">
              <a:spcAft>
                <a:spcPts val="400"/>
              </a:spcAft>
            </a:pPr>
            <a:r>
              <a:rPr lang="en-US" sz="1600" dirty="0"/>
              <a:t>SSE is not convex for logistic regression</a:t>
            </a:r>
          </a:p>
          <a:p>
            <a:pPr lvl="1">
              <a:spcAft>
                <a:spcPts val="400"/>
              </a:spcAft>
            </a:pPr>
            <a:r>
              <a:rPr lang="en-US" sz="1600" dirty="0"/>
              <a:t>We can use a different cost function that is, but it has no closed form solution</a:t>
            </a:r>
          </a:p>
        </p:txBody>
      </p:sp>
    </p:spTree>
    <p:extLst>
      <p:ext uri="{BB962C8B-B14F-4D97-AF65-F5344CB8AC3E}">
        <p14:creationId xmlns:p14="http://schemas.microsoft.com/office/powerpoint/2010/main" val="1767979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8D6544-9546-2544-A1E8-166BCC9AF3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/>
              <a:t>Maximum likelihood estimation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E77C00-58D8-9D40-B682-C2DB644969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spcAft>
                <a:spcPts val="400"/>
              </a:spcAft>
              <a:buNone/>
            </a:pPr>
            <a:r>
              <a:rPr lang="en-US" sz="1800" dirty="0"/>
              <a:t>Instead of SSE, we use </a:t>
            </a:r>
            <a:r>
              <a:rPr lang="en-US" sz="1800" b="1" dirty="0"/>
              <a:t>maximum likelihood estimation </a:t>
            </a:r>
            <a:r>
              <a:rPr lang="en-US" sz="1800" dirty="0"/>
              <a:t>to establish our cost function</a:t>
            </a:r>
            <a:endParaRPr lang="en-US" sz="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800" dirty="0"/>
              <a:t>Our logistic regression model gives us:</a:t>
            </a:r>
          </a:p>
          <a:p>
            <a:pPr>
              <a:spcAft>
                <a:spcPts val="400"/>
              </a:spcAft>
            </a:pPr>
            <a:endParaRPr lang="en-US" sz="1800" dirty="0"/>
          </a:p>
          <a:p>
            <a:pPr>
              <a:spcAft>
                <a:spcPts val="400"/>
              </a:spcAft>
            </a:pPr>
            <a:endParaRPr lang="en-US" sz="1800" dirty="0"/>
          </a:p>
          <a:p>
            <a:pPr>
              <a:spcAft>
                <a:spcPts val="400"/>
              </a:spcAft>
            </a:pPr>
            <a:endParaRPr lang="en-US" sz="400" dirty="0"/>
          </a:p>
          <a:p>
            <a:pPr>
              <a:spcAft>
                <a:spcPts val="400"/>
              </a:spcAft>
            </a:pPr>
            <a:endParaRPr lang="en-US" sz="400" dirty="0"/>
          </a:p>
          <a:p>
            <a:pPr>
              <a:spcAft>
                <a:spcPts val="400"/>
              </a:spcAft>
            </a:pPr>
            <a:r>
              <a:rPr lang="en-US" sz="1800" dirty="0"/>
              <a:t>We now have an x-y relationship characterized by the parameters </a:t>
            </a:r>
            <a:r>
              <a:rPr lang="en-US" sz="1800" b="1" i="1" dirty="0"/>
              <a:t>w</a:t>
            </a:r>
          </a:p>
          <a:p>
            <a:pPr>
              <a:spcAft>
                <a:spcPts val="400"/>
              </a:spcAft>
            </a:pPr>
            <a:r>
              <a:rPr lang="en-US" sz="1800" dirty="0"/>
              <a:t>Our objective is to find the parameter set </a:t>
            </a:r>
            <a:r>
              <a:rPr lang="en-US" sz="1800" b="1" i="1" dirty="0"/>
              <a:t>w </a:t>
            </a:r>
            <a:r>
              <a:rPr lang="en-US" sz="1800" dirty="0"/>
              <a:t>which is the </a:t>
            </a:r>
            <a:r>
              <a:rPr lang="en-US" sz="1800" b="1" dirty="0"/>
              <a:t>maximum likelihood estimator</a:t>
            </a:r>
          </a:p>
          <a:p>
            <a:pPr lvl="1">
              <a:spcAft>
                <a:spcPts val="400"/>
              </a:spcAft>
            </a:pPr>
            <a:r>
              <a:rPr lang="en-US" sz="1400" dirty="0"/>
              <a:t>Results in the highest </a:t>
            </a:r>
            <a:r>
              <a:rPr lang="en-US" sz="1400" b="1" dirty="0"/>
              <a:t>likelihood</a:t>
            </a:r>
            <a:r>
              <a:rPr lang="en-US" sz="1400" dirty="0"/>
              <a:t> - probability of observing the correct </a:t>
            </a:r>
            <a:r>
              <a:rPr lang="en-US" sz="1400" i="1" dirty="0"/>
              <a:t>y</a:t>
            </a:r>
            <a:r>
              <a:rPr lang="en-US" sz="1400" i="1" baseline="-25000" dirty="0"/>
              <a:t>1</a:t>
            </a:r>
            <a:r>
              <a:rPr lang="en-US" sz="1400" i="1" dirty="0"/>
              <a:t>, y</a:t>
            </a:r>
            <a:r>
              <a:rPr lang="en-US" sz="1400" i="1" baseline="-25000" dirty="0"/>
              <a:t>2…</a:t>
            </a:r>
            <a:r>
              <a:rPr lang="en-US" sz="1400" i="1" dirty="0"/>
              <a:t> </a:t>
            </a:r>
            <a:r>
              <a:rPr lang="en-US" sz="1400" i="1" dirty="0" err="1"/>
              <a:t>y</a:t>
            </a:r>
            <a:r>
              <a:rPr lang="en-US" sz="1400" i="1" baseline="-25000" dirty="0" err="1"/>
              <a:t>N</a:t>
            </a:r>
            <a:r>
              <a:rPr lang="en-US" sz="1400" i="1" dirty="0"/>
              <a:t> </a:t>
            </a:r>
            <a:r>
              <a:rPr lang="en-US" sz="1400" dirty="0"/>
              <a:t>given inputs </a:t>
            </a:r>
            <a:r>
              <a:rPr lang="en-US" sz="1400" i="1" dirty="0"/>
              <a:t>x</a:t>
            </a:r>
            <a:r>
              <a:rPr lang="en-US" sz="1400" i="1" baseline="-25000" dirty="0"/>
              <a:t>1</a:t>
            </a:r>
            <a:r>
              <a:rPr lang="en-US" sz="1400" i="1" dirty="0"/>
              <a:t>, x</a:t>
            </a:r>
            <a:r>
              <a:rPr lang="en-US" sz="1400" i="1" baseline="-25000" dirty="0"/>
              <a:t>2…</a:t>
            </a:r>
            <a:r>
              <a:rPr lang="en-US" sz="1400" i="1" dirty="0"/>
              <a:t> </a:t>
            </a:r>
            <a:r>
              <a:rPr lang="en-US" sz="1400" i="1" dirty="0" err="1"/>
              <a:t>x</a:t>
            </a:r>
            <a:r>
              <a:rPr lang="en-US" sz="1400" i="1" baseline="-25000" dirty="0" err="1"/>
              <a:t>N</a:t>
            </a:r>
            <a:endParaRPr lang="en-US" sz="1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1C4F5E7F-C74A-7D43-8F8F-028236C31C2B}"/>
                  </a:ext>
                </a:extLst>
              </p:cNvPr>
              <p:cNvSpPr/>
              <p:nvPr/>
            </p:nvSpPr>
            <p:spPr>
              <a:xfrm>
                <a:off x="2869021" y="2286416"/>
                <a:ext cx="261648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e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𝜎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sSub>
                            <m:sSubPr>
                              <m:ctrlPr>
                                <a:rPr lang="en-US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1C4F5E7F-C74A-7D43-8F8F-028236C31C2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69021" y="2286416"/>
                <a:ext cx="2616486" cy="369332"/>
              </a:xfrm>
              <a:prstGeom prst="rect">
                <a:avLst/>
              </a:prstGeom>
              <a:blipFill>
                <a:blip r:embed="rId2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C55B684B-5F46-7F4F-8D4E-0BF5DA2A844A}"/>
                  </a:ext>
                </a:extLst>
              </p:cNvPr>
              <p:cNvSpPr/>
              <p:nvPr/>
            </p:nvSpPr>
            <p:spPr>
              <a:xfrm>
                <a:off x="2869021" y="2737931"/>
                <a:ext cx="3020442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=0</m:t>
                          </m:r>
                        </m:e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=1−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𝜎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C55B684B-5F46-7F4F-8D4E-0BF5DA2A844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69021" y="2737931"/>
                <a:ext cx="3020442" cy="369332"/>
              </a:xfrm>
              <a:prstGeom prst="rect">
                <a:avLst/>
              </a:prstGeom>
              <a:blipFill>
                <a:blip r:embed="rId3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564233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1B161B-DEE4-974A-BF06-0BB30E5C54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/>
              <a:t>Maximum likelihood estimation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206B16-9E50-874F-B8F4-F21FF7EEFF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00151"/>
            <a:ext cx="8229600" cy="532592"/>
          </a:xfrm>
        </p:spPr>
        <p:txBody>
          <a:bodyPr/>
          <a:lstStyle/>
          <a:p>
            <a:pPr marL="0" indent="0">
              <a:buNone/>
            </a:pPr>
            <a:r>
              <a:rPr lang="en-US" sz="1800" dirty="0"/>
              <a:t>The likelihood of our model for a single observation of </a:t>
            </a:r>
            <a:r>
              <a:rPr lang="en-US" sz="1800" dirty="0" err="1"/>
              <a:t>x</a:t>
            </a:r>
            <a:r>
              <a:rPr lang="en-US" sz="1800" baseline="-25000" dirty="0" err="1"/>
              <a:t>i</a:t>
            </a:r>
            <a:r>
              <a:rPr lang="en-US" sz="1800" dirty="0" err="1"/>
              <a:t>,y</a:t>
            </a:r>
            <a:r>
              <a:rPr lang="en-US" sz="1800" baseline="-25000" dirty="0" err="1"/>
              <a:t>i</a:t>
            </a:r>
            <a:r>
              <a:rPr lang="en-US" sz="1800" dirty="0"/>
              <a:t> is: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D2AE3CAF-A725-EA4F-9F7A-0DB974951ECE}"/>
                  </a:ext>
                </a:extLst>
              </p:cNvPr>
              <p:cNvSpPr/>
              <p:nvPr/>
            </p:nvSpPr>
            <p:spPr>
              <a:xfrm>
                <a:off x="2478128" y="3003609"/>
                <a:ext cx="261648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e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𝜎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D2AE3CAF-A725-EA4F-9F7A-0DB974951EC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78128" y="3003609"/>
                <a:ext cx="2616486" cy="369332"/>
              </a:xfrm>
              <a:prstGeom prst="rect">
                <a:avLst/>
              </a:prstGeom>
              <a:blipFill>
                <a:blip r:embed="rId2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96DA2A45-534E-3E41-985F-C6A3ABF8DD40}"/>
                  </a:ext>
                </a:extLst>
              </p:cNvPr>
              <p:cNvSpPr/>
              <p:nvPr/>
            </p:nvSpPr>
            <p:spPr>
              <a:xfrm>
                <a:off x="2478128" y="3414561"/>
                <a:ext cx="3020442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=0</m:t>
                          </m:r>
                        </m:e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=1−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𝜎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96DA2A45-534E-3E41-985F-C6A3ABF8DD4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78128" y="3414561"/>
                <a:ext cx="3020442" cy="369332"/>
              </a:xfrm>
              <a:prstGeom prst="rect">
                <a:avLst/>
              </a:prstGeom>
              <a:blipFill>
                <a:blip r:embed="rId3"/>
                <a:stretch>
                  <a:fillRect b="-96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C60E558B-DD3C-E942-AF30-4F8660E2F82D}"/>
                  </a:ext>
                </a:extLst>
              </p:cNvPr>
              <p:cNvSpPr/>
              <p:nvPr/>
            </p:nvSpPr>
            <p:spPr>
              <a:xfrm>
                <a:off x="4456582" y="1799446"/>
                <a:ext cx="4613379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  <m:e>
                          <m:sSub>
                            <m:sSub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𝑃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C60E558B-DD3C-E942-AF30-4F8660E2F82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56582" y="1799446"/>
                <a:ext cx="4613379" cy="369332"/>
              </a:xfrm>
              <a:prstGeom prst="rect">
                <a:avLst/>
              </a:prstGeom>
              <a:blipFill>
                <a:blip r:embed="rId4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5B222BA7-AD21-1948-BC02-1D851E4F15DC}"/>
              </a:ext>
            </a:extLst>
          </p:cNvPr>
          <p:cNvSpPr txBox="1">
            <a:spLocks/>
          </p:cNvSpPr>
          <p:nvPr/>
        </p:nvSpPr>
        <p:spPr bwMode="auto">
          <a:xfrm>
            <a:off x="534692" y="2565396"/>
            <a:ext cx="8229600" cy="5325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742950" indent="-28575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11430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6002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20574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800" dirty="0"/>
              <a:t>And from our logistic regression model we have: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A9CCFAC4-97F4-AC4A-95EA-9A9863072CB2}"/>
              </a:ext>
            </a:extLst>
          </p:cNvPr>
          <p:cNvSpPr txBox="1">
            <a:spLocks/>
          </p:cNvSpPr>
          <p:nvPr/>
        </p:nvSpPr>
        <p:spPr bwMode="auto">
          <a:xfrm>
            <a:off x="534692" y="3946752"/>
            <a:ext cx="8229600" cy="5325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742950" indent="-28575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11430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6002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20574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800" dirty="0"/>
              <a:t>Combining the above we get the likelihood of one observation as: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7BBCF523-9044-3C4A-9B9E-95E9AEB4D48A}"/>
                  </a:ext>
                </a:extLst>
              </p:cNvPr>
              <p:cNvSpPr/>
              <p:nvPr/>
            </p:nvSpPr>
            <p:spPr>
              <a:xfrm>
                <a:off x="2023640" y="4396449"/>
                <a:ext cx="4739631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  <m:e>
                          <m:sSub>
                            <m:sSub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=(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  <m:sSub>
                                <m:sSubPr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∗(1−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7BBCF523-9044-3C4A-9B9E-95E9AEB4D48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23640" y="4396449"/>
                <a:ext cx="4739631" cy="369332"/>
              </a:xfrm>
              <a:prstGeom prst="rect">
                <a:avLst/>
              </a:prstGeom>
              <a:blipFill>
                <a:blip r:embed="rId5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86338959-5733-4E4A-92FB-53583492D532}"/>
                  </a:ext>
                </a:extLst>
              </p:cNvPr>
              <p:cNvSpPr/>
              <p:nvPr/>
            </p:nvSpPr>
            <p:spPr>
              <a:xfrm>
                <a:off x="1518169" y="1672934"/>
                <a:ext cx="2355388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=1</m:t>
                        </m:r>
                      </m:e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/>
                  <a:t> 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86338959-5733-4E4A-92FB-53583492D53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18169" y="1672934"/>
                <a:ext cx="2355388" cy="369332"/>
              </a:xfrm>
              <a:prstGeom prst="rect">
                <a:avLst/>
              </a:prstGeom>
              <a:blipFill>
                <a:blip r:embed="rId6"/>
                <a:stretch>
                  <a:fillRect t="-6667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954B8A80-4C9B-0443-9887-ABDAFF932D25}"/>
                  </a:ext>
                </a:extLst>
              </p:cNvPr>
              <p:cNvSpPr/>
              <p:nvPr/>
            </p:nvSpPr>
            <p:spPr>
              <a:xfrm>
                <a:off x="1518169" y="2012328"/>
                <a:ext cx="2355388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/>
                  <a:t> 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954B8A80-4C9B-0443-9887-ABDAFF932D2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18169" y="2012328"/>
                <a:ext cx="2355388" cy="369332"/>
              </a:xfrm>
              <a:prstGeom prst="rect">
                <a:avLst/>
              </a:prstGeom>
              <a:blipFill>
                <a:blip r:embed="rId7"/>
                <a:stretch>
                  <a:fillRect t="-6667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Right Arrow 13">
            <a:extLst>
              <a:ext uri="{FF2B5EF4-FFF2-40B4-BE49-F238E27FC236}">
                <a16:creationId xmlns:a16="http://schemas.microsoft.com/office/drawing/2014/main" id="{1F8D06CA-0874-8B43-943F-02E69B13DBD4}"/>
              </a:ext>
            </a:extLst>
          </p:cNvPr>
          <p:cNvSpPr/>
          <p:nvPr/>
        </p:nvSpPr>
        <p:spPr>
          <a:xfrm>
            <a:off x="3933723" y="1851137"/>
            <a:ext cx="457200" cy="359465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4F559373-FFDB-CC4B-862E-4858BC465CB5}"/>
                  </a:ext>
                </a:extLst>
              </p:cNvPr>
              <p:cNvSpPr/>
              <p:nvPr/>
            </p:nvSpPr>
            <p:spPr>
              <a:xfrm>
                <a:off x="165726" y="1827662"/>
                <a:ext cx="1292277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4F559373-FFDB-CC4B-862E-4858BC465CB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5726" y="1827662"/>
                <a:ext cx="1292277" cy="369332"/>
              </a:xfrm>
              <a:prstGeom prst="rect">
                <a:avLst/>
              </a:prstGeom>
              <a:blipFill>
                <a:blip r:embed="rId8"/>
                <a:stretch>
                  <a:fillRect b="-137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Left Brace 15">
            <a:extLst>
              <a:ext uri="{FF2B5EF4-FFF2-40B4-BE49-F238E27FC236}">
                <a16:creationId xmlns:a16="http://schemas.microsoft.com/office/drawing/2014/main" id="{95003836-E8C1-484A-86EB-CD0E7496E0DF}"/>
              </a:ext>
            </a:extLst>
          </p:cNvPr>
          <p:cNvSpPr/>
          <p:nvPr/>
        </p:nvSpPr>
        <p:spPr>
          <a:xfrm>
            <a:off x="1413479" y="1758781"/>
            <a:ext cx="104690" cy="521882"/>
          </a:xfrm>
          <a:prstGeom prst="leftBrac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73BF872-24DE-9741-A382-88A0978046B6}"/>
              </a:ext>
            </a:extLst>
          </p:cNvPr>
          <p:cNvSpPr txBox="1"/>
          <p:nvPr/>
        </p:nvSpPr>
        <p:spPr>
          <a:xfrm>
            <a:off x="3815848" y="1653690"/>
            <a:ext cx="69844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combine</a:t>
            </a:r>
          </a:p>
        </p:txBody>
      </p:sp>
    </p:spTree>
    <p:extLst>
      <p:ext uri="{BB962C8B-B14F-4D97-AF65-F5344CB8AC3E}">
        <p14:creationId xmlns:p14="http://schemas.microsoft.com/office/powerpoint/2010/main" val="30584117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C7D149-75EC-3B43-81BB-A2CBECEC6C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/>
              <a:t>Maximum likelihood estimation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11A962-7C7B-CE4C-AEB3-26DEEBA181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00151"/>
            <a:ext cx="8229600" cy="662832"/>
          </a:xfrm>
        </p:spPr>
        <p:txBody>
          <a:bodyPr/>
          <a:lstStyle/>
          <a:p>
            <a:pPr marL="0" indent="0">
              <a:buNone/>
            </a:pPr>
            <a:r>
              <a:rPr lang="en-US" sz="1800" dirty="0"/>
              <a:t>Now that we have the likelihood for one observation, we can get the likelihood for all observations: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C187313-0D75-5141-A053-0EEB40621604}"/>
                  </a:ext>
                </a:extLst>
              </p:cNvPr>
              <p:cNvSpPr txBox="1"/>
              <p:nvPr/>
            </p:nvSpPr>
            <p:spPr>
              <a:xfrm>
                <a:off x="2038133" y="1901002"/>
                <a:ext cx="5067734" cy="29213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𝐿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0" smtClean="0">
                        <a:latin typeface="Cambria Math" panose="02040503050406030204" pitchFamily="18" charset="0"/>
                      </a:rPr>
                      <m:t>…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sub>
                    </m:sSub>
                  </m:oMath>
                </a14:m>
                <a:r>
                  <a:rPr lang="en-US" dirty="0"/>
                  <a:t>|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…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𝑁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)=</m:t>
                    </m:r>
                    <m:nary>
                      <m:naryPr>
                        <m:chr m:val="∏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e>
                    </m:nary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C187313-0D75-5141-A053-0EEB406216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38133" y="1901002"/>
                <a:ext cx="5067734" cy="292131"/>
              </a:xfrm>
              <a:prstGeom prst="rect">
                <a:avLst/>
              </a:prstGeom>
              <a:blipFill>
                <a:blip r:embed="rId2"/>
                <a:stretch>
                  <a:fillRect l="-1500" t="-150000" b="-2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78673EF5-D248-8744-A240-9233D827CC2C}"/>
                  </a:ext>
                </a:extLst>
              </p:cNvPr>
              <p:cNvSpPr/>
              <p:nvPr/>
            </p:nvSpPr>
            <p:spPr>
              <a:xfrm>
                <a:off x="2342406" y="2236409"/>
                <a:ext cx="4630563" cy="87126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)=</m:t>
                      </m:r>
                      <m:nary>
                        <m:naryPr>
                          <m:chr m:val="∏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(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𝑤</m:t>
                                      </m:r>
                                    </m:e>
                                    <m: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𝑇</m:t>
                                      </m:r>
                                    </m:sup>
                                  </m:sSup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sup>
                          </m:s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∗(1−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𝑤</m:t>
                                      </m:r>
                                    </m:e>
                                    <m: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𝑇</m:t>
                                      </m:r>
                                    </m:sup>
                                  </m:sSup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1−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sup>
                          </m:sSup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78673EF5-D248-8744-A240-9233D827CC2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42406" y="2236409"/>
                <a:ext cx="4630563" cy="871264"/>
              </a:xfrm>
              <a:prstGeom prst="rect">
                <a:avLst/>
              </a:prstGeom>
              <a:blipFill>
                <a:blip r:embed="rId3"/>
                <a:stretch>
                  <a:fillRect t="-95652" b="-1507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4A31EA9D-126B-744F-B6BE-68E8B415D4AF}"/>
              </a:ext>
            </a:extLst>
          </p:cNvPr>
          <p:cNvSpPr txBox="1">
            <a:spLocks/>
          </p:cNvSpPr>
          <p:nvPr/>
        </p:nvSpPr>
        <p:spPr bwMode="auto">
          <a:xfrm>
            <a:off x="457200" y="3132212"/>
            <a:ext cx="8229600" cy="662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742950" indent="-28575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11430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6002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20574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800" dirty="0"/>
              <a:t>We want to find the parameter set </a:t>
            </a:r>
            <a:r>
              <a:rPr lang="en-US" sz="1800" b="1" i="1" dirty="0"/>
              <a:t>w</a:t>
            </a:r>
            <a:r>
              <a:rPr lang="en-US" sz="1800" i="1" dirty="0"/>
              <a:t> </a:t>
            </a:r>
            <a:r>
              <a:rPr lang="en-US" sz="1800" dirty="0"/>
              <a:t>that maximizes this.  However, it’s difficult to calculate the gradient (derivative) with respect to </a:t>
            </a:r>
            <a:r>
              <a:rPr lang="en-US" sz="1800" i="1" dirty="0"/>
              <a:t>w</a:t>
            </a:r>
            <a:r>
              <a:rPr lang="en-US" sz="1800" dirty="0"/>
              <a:t> so instead we maximize the log of it, called the </a:t>
            </a:r>
            <a:r>
              <a:rPr lang="en-US" sz="1800" b="1" dirty="0"/>
              <a:t>log likelihood</a:t>
            </a:r>
            <a:endParaRPr lang="en-US" sz="1800" b="1" i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AF5B0F0-86A9-944B-B6BF-DE799C7629C1}"/>
                  </a:ext>
                </a:extLst>
              </p:cNvPr>
              <p:cNvSpPr txBox="1"/>
              <p:nvPr/>
            </p:nvSpPr>
            <p:spPr>
              <a:xfrm>
                <a:off x="1426719" y="4055084"/>
                <a:ext cx="6077882" cy="77893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nary>
                            <m:naryPr>
                              <m:chr m:val="∑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func>
                                <m:func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𝜎</m:t>
                                      </m:r>
                                      <m:d>
                                        <m:d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p>
                                            <m:sSup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𝑤</m:t>
                                              </m:r>
                                            </m:e>
                                            <m:sup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𝑇</m:t>
                                              </m:r>
                                            </m:sup>
                                          </m:sSup>
                                          <m:sSub>
                                            <m:sSub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</m:d>
                                </m:e>
                              </m:func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1−</m:t>
                                  </m:r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log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(1−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𝑤</m:t>
                                      </m:r>
                                    </m:e>
                                    <m: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𝑇</m:t>
                                      </m:r>
                                    </m:sup>
                                  </m:sSup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e>
                          </m:nary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func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AF5B0F0-86A9-944B-B6BF-DE799C7629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26719" y="4055084"/>
                <a:ext cx="6077882" cy="778931"/>
              </a:xfrm>
              <a:prstGeom prst="rect">
                <a:avLst/>
              </a:prstGeom>
              <a:blipFill>
                <a:blip r:embed="rId4"/>
                <a:stretch>
                  <a:fillRect t="-111290" b="-1741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206169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ECD155-1270-8242-8DF4-C649B16451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/>
              <a:t>Maximum likelihood estimation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C4D120-54CD-6E48-8F36-75350915E2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 sz="1800" dirty="0"/>
              <a:t>We can now </a:t>
            </a:r>
            <a:r>
              <a:rPr lang="en-US" sz="1800" b="1" dirty="0"/>
              <a:t>maximize the log likelihood</a:t>
            </a:r>
          </a:p>
          <a:p>
            <a:pPr>
              <a:spcAft>
                <a:spcPts val="600"/>
              </a:spcAft>
            </a:pPr>
            <a:r>
              <a:rPr lang="en-US" sz="1800" dirty="0"/>
              <a:t>Or alternatively we can </a:t>
            </a:r>
            <a:r>
              <a:rPr lang="en-US" sz="1800" b="1" dirty="0"/>
              <a:t>minimize the negative log likelihood (NLL)</a:t>
            </a:r>
          </a:p>
          <a:p>
            <a:pPr>
              <a:spcAft>
                <a:spcPts val="600"/>
              </a:spcAft>
            </a:pPr>
            <a:r>
              <a:rPr lang="en-US" sz="1800" dirty="0"/>
              <a:t>To be consistent with what we did in linear regression, we will use NLL as our cost function and find the </a:t>
            </a:r>
            <a:r>
              <a:rPr lang="en-US" sz="1800" b="1" i="1" dirty="0"/>
              <a:t>w</a:t>
            </a:r>
            <a:r>
              <a:rPr lang="en-US" sz="1800" dirty="0"/>
              <a:t> that minimizes it</a:t>
            </a:r>
          </a:p>
          <a:p>
            <a:pPr>
              <a:spcAft>
                <a:spcPts val="600"/>
              </a:spcAft>
            </a:pPr>
            <a:endParaRPr lang="en-US" sz="1800" dirty="0"/>
          </a:p>
          <a:p>
            <a:pPr>
              <a:spcAft>
                <a:spcPts val="600"/>
              </a:spcAft>
            </a:pP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/>
              <a:t>However, there is no closed form solution so we need to use an iterative solving method for </a:t>
            </a:r>
            <a:r>
              <a:rPr lang="en-US" sz="1800" i="1" dirty="0"/>
              <a:t>w</a:t>
            </a:r>
            <a:r>
              <a:rPr lang="en-US" sz="1800" dirty="0"/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D671183-B1C8-DB4C-9705-86CEE21B8189}"/>
                  </a:ext>
                </a:extLst>
              </p:cNvPr>
              <p:cNvSpPr txBox="1"/>
              <p:nvPr/>
            </p:nvSpPr>
            <p:spPr>
              <a:xfrm>
                <a:off x="1294983" y="2663230"/>
                <a:ext cx="6127447" cy="77893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𝑁𝐿𝐿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a:rPr lang="en-US" b="0" i="0" smtClean="0">
                              <a:latin typeface="Cambria Math" panose="02040503050406030204" pitchFamily="18" charset="0"/>
                            </a:rPr>
                            <m:t>=−</m:t>
                          </m:r>
                        </m:fName>
                        <m:e>
                          <m:nary>
                            <m:naryPr>
                              <m:chr m:val="∑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func>
                                <m:func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𝜎</m:t>
                                      </m:r>
                                      <m:d>
                                        <m:d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p>
                                            <m:sSup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𝑤</m:t>
                                              </m:r>
                                            </m:e>
                                            <m:sup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𝑇</m:t>
                                              </m:r>
                                            </m:sup>
                                          </m:sSup>
                                          <m:sSub>
                                            <m:sSub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</m:d>
                                </m:e>
                              </m:func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1−</m:t>
                                  </m:r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log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(1−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𝑤</m:t>
                                      </m:r>
                                    </m:e>
                                    <m: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𝑇</m:t>
                                      </m:r>
                                    </m:sup>
                                  </m:sSup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e>
                          </m:nary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func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D671183-B1C8-DB4C-9705-86CEE21B81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4983" y="2663230"/>
                <a:ext cx="6127447" cy="778931"/>
              </a:xfrm>
              <a:prstGeom prst="rect">
                <a:avLst/>
              </a:prstGeom>
              <a:blipFill>
                <a:blip r:embed="rId2"/>
                <a:stretch>
                  <a:fillRect l="-207" t="-109524" r="-826" b="-1698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103028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D064CA-C15A-2842-81A4-0DFB35E5F0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988" y="1805748"/>
            <a:ext cx="8328025" cy="1874575"/>
          </a:xfrm>
        </p:spPr>
        <p:txBody>
          <a:bodyPr/>
          <a:lstStyle/>
          <a:p>
            <a:pPr>
              <a:defRPr/>
            </a:pPr>
            <a:r>
              <a:rPr lang="en-US" dirty="0"/>
              <a:t>Gradient Descent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725117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12D63A-DDF9-624C-9731-74C5EF29AA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Gradient descent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A4002E8-1646-D449-A707-A5A2623BE22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199" y="1153656"/>
                <a:ext cx="4498767" cy="3455739"/>
              </a:xfrm>
            </p:spPr>
            <p:txBody>
              <a:bodyPr/>
              <a:lstStyle/>
              <a:p>
                <a:pPr>
                  <a:spcAft>
                    <a:spcPts val="400"/>
                  </a:spcAft>
                </a:pPr>
                <a:r>
                  <a:rPr lang="en-US" sz="1600" dirty="0"/>
                  <a:t>Suppose we want to minimize a function such as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sz="700" dirty="0"/>
              </a:p>
              <a:p>
                <a:pPr>
                  <a:spcAft>
                    <a:spcPts val="400"/>
                  </a:spcAft>
                </a:pPr>
                <a:r>
                  <a:rPr lang="en-US" sz="1600" dirty="0"/>
                  <a:t>We start at some point on the curve and move iteratively towards the minimum</a:t>
                </a:r>
              </a:p>
              <a:p>
                <a:pPr lvl="1">
                  <a:spcAft>
                    <a:spcPts val="400"/>
                  </a:spcAft>
                </a:pPr>
                <a:r>
                  <a:rPr lang="en-US" sz="1400" dirty="0"/>
                  <a:t>Move in the direction opposite the derivative (gradient)</a:t>
                </a:r>
              </a:p>
              <a:p>
                <a:pPr lvl="1">
                  <a:spcAft>
                    <a:spcPts val="400"/>
                  </a:spcAft>
                </a:pPr>
                <a:r>
                  <a:rPr lang="en-US" sz="1400" dirty="0"/>
                  <a:t>Move by some small value (called the “learning rate” or </a:t>
                </a:r>
                <a14:m>
                  <m:oMath xmlns:m="http://schemas.openxmlformats.org/officeDocument/2006/math">
                    <m:r>
                      <a:rPr lang="en-US" sz="1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𝜂</m:t>
                    </m:r>
                  </m:oMath>
                </a14:m>
                <a:r>
                  <a:rPr lang="en-US" sz="1400" dirty="0"/>
                  <a:t>) multiplied by the gradient</a:t>
                </a:r>
              </a:p>
              <a:p>
                <a:pPr>
                  <a:spcAft>
                    <a:spcPts val="400"/>
                  </a:spcAft>
                </a:pPr>
                <a:r>
                  <a:rPr lang="en-US" sz="1600" dirty="0"/>
                  <a:t>We continue until we find the minimum or reach a set number of iterations</a:t>
                </a:r>
              </a:p>
              <a:p>
                <a:pPr>
                  <a:spcAft>
                    <a:spcPts val="400"/>
                  </a:spcAft>
                </a:pPr>
                <a:endParaRPr lang="en-US" sz="1600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A4002E8-1646-D449-A707-A5A2623BE22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199" y="1153656"/>
                <a:ext cx="4498767" cy="3455739"/>
              </a:xfrm>
              <a:blipFill>
                <a:blip r:embed="rId2"/>
                <a:stretch>
                  <a:fillRect l="-563" t="-36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050" name="Picture 2" descr="Image result for y = x^2 curve">
            <a:extLst>
              <a:ext uri="{FF2B5EF4-FFF2-40B4-BE49-F238E27FC236}">
                <a16:creationId xmlns:a16="http://schemas.microsoft.com/office/drawing/2014/main" id="{67421004-A490-A74A-A9B5-B1F6DB703CA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700"/>
          <a:stretch/>
        </p:blipFill>
        <p:spPr bwMode="auto">
          <a:xfrm>
            <a:off x="5354628" y="1487611"/>
            <a:ext cx="2768600" cy="26198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1C23EEC4-44E1-8E45-BE81-1AA18681D56F}"/>
              </a:ext>
            </a:extLst>
          </p:cNvPr>
          <p:cNvCxnSpPr/>
          <p:nvPr/>
        </p:nvCxnSpPr>
        <p:spPr>
          <a:xfrm flipV="1">
            <a:off x="7275823" y="2141690"/>
            <a:ext cx="671119" cy="78017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C874B295-655D-334A-AEBC-0B6B62DF1492}"/>
              </a:ext>
            </a:extLst>
          </p:cNvPr>
          <p:cNvSpPr txBox="1"/>
          <p:nvPr/>
        </p:nvSpPr>
        <p:spPr>
          <a:xfrm>
            <a:off x="7946942" y="1977780"/>
            <a:ext cx="83889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Derivative points this way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F2E40794-064D-7A41-87E1-5033333583D0}"/>
              </a:ext>
            </a:extLst>
          </p:cNvPr>
          <p:cNvCxnSpPr>
            <a:cxnSpLocks/>
          </p:cNvCxnSpPr>
          <p:nvPr/>
        </p:nvCxnSpPr>
        <p:spPr>
          <a:xfrm flipH="1">
            <a:off x="6958403" y="2921866"/>
            <a:ext cx="317421" cy="36276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4F69CC68-85B4-3E42-974A-E2ECCDD79AC7}"/>
              </a:ext>
            </a:extLst>
          </p:cNvPr>
          <p:cNvSpPr txBox="1"/>
          <p:nvPr/>
        </p:nvSpPr>
        <p:spPr>
          <a:xfrm>
            <a:off x="6911019" y="3284632"/>
            <a:ext cx="121220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We move the opposite way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1C1CD2E3-C1E0-2940-923F-C25AE61E0D94}"/>
              </a:ext>
            </a:extLst>
          </p:cNvPr>
          <p:cNvSpPr/>
          <p:nvPr/>
        </p:nvSpPr>
        <p:spPr>
          <a:xfrm>
            <a:off x="7200459" y="2861951"/>
            <a:ext cx="122749" cy="142254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21886588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0" grpId="0"/>
      <p:bldP spid="12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FBE96D-388C-A04F-A28F-C46D4ADF97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Gradient descent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AFC08A-9DE0-8945-8BEB-B9F9C29F75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1" y="1200151"/>
            <a:ext cx="2455760" cy="369332"/>
          </a:xfrm>
        </p:spPr>
        <p:txBody>
          <a:bodyPr/>
          <a:lstStyle/>
          <a:p>
            <a:pPr marL="0" indent="0">
              <a:buNone/>
            </a:pPr>
            <a:r>
              <a:rPr lang="en-US" sz="1600" dirty="0"/>
              <a:t>Let’s try to minimize</a:t>
            </a:r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endParaRPr lang="en-US" sz="1600" dirty="0"/>
          </a:p>
        </p:txBody>
      </p:sp>
      <p:pic>
        <p:nvPicPr>
          <p:cNvPr id="4" name="Picture 2" descr="Image result for y = x^2 curve">
            <a:extLst>
              <a:ext uri="{FF2B5EF4-FFF2-40B4-BE49-F238E27FC236}">
                <a16:creationId xmlns:a16="http://schemas.microsoft.com/office/drawing/2014/main" id="{82039891-17C9-2F4A-94B0-85DA1320CA8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5934"/>
          <a:stretch/>
        </p:blipFill>
        <p:spPr bwMode="auto">
          <a:xfrm>
            <a:off x="5555056" y="1200151"/>
            <a:ext cx="2768600" cy="18795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2FFF5A38-766F-8F42-A60E-B5ED55553A6F}"/>
                  </a:ext>
                </a:extLst>
              </p:cNvPr>
              <p:cNvSpPr/>
              <p:nvPr/>
            </p:nvSpPr>
            <p:spPr>
              <a:xfrm>
                <a:off x="2518056" y="1146773"/>
                <a:ext cx="1249701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)=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2FFF5A38-766F-8F42-A60E-B5ED55553A6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8056" y="1146773"/>
                <a:ext cx="1249701" cy="369332"/>
              </a:xfrm>
              <a:prstGeom prst="rect">
                <a:avLst/>
              </a:prstGeom>
              <a:blipFill>
                <a:blip r:embed="rId3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8099B71F-9B60-A541-8F34-5FBB726D940E}"/>
                  </a:ext>
                </a:extLst>
              </p:cNvPr>
              <p:cNvSpPr/>
              <p:nvPr/>
            </p:nvSpPr>
            <p:spPr>
              <a:xfrm>
                <a:off x="1837387" y="1574533"/>
                <a:ext cx="1402820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∇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𝑓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)=2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8099B71F-9B60-A541-8F34-5FBB726D940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37387" y="1574533"/>
                <a:ext cx="1402820" cy="369332"/>
              </a:xfrm>
              <a:prstGeom prst="rect">
                <a:avLst/>
              </a:prstGeom>
              <a:blipFill>
                <a:blip r:embed="rId4"/>
                <a:stretch>
                  <a:fillRect b="-161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52F48303-620B-A64E-83A5-AE1A241428E1}"/>
              </a:ext>
            </a:extLst>
          </p:cNvPr>
          <p:cNvSpPr txBox="1">
            <a:spLocks/>
          </p:cNvSpPr>
          <p:nvPr/>
        </p:nvSpPr>
        <p:spPr bwMode="auto">
          <a:xfrm>
            <a:off x="457201" y="1578148"/>
            <a:ext cx="129121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742950" indent="-28575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11430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6002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20574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600" dirty="0"/>
              <a:t>Gradient: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600" dirty="0"/>
          </a:p>
          <a:p>
            <a:pPr marL="0" indent="0">
              <a:buFont typeface="Arial" panose="020B0604020202020204" pitchFamily="34" charset="0"/>
              <a:buNone/>
            </a:pPr>
            <a:endParaRPr lang="en-US" sz="1600" dirty="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2F50C031-7BFA-CA4D-9C69-9152E53866A9}"/>
              </a:ext>
            </a:extLst>
          </p:cNvPr>
          <p:cNvSpPr/>
          <p:nvPr/>
        </p:nvSpPr>
        <p:spPr>
          <a:xfrm>
            <a:off x="7517018" y="2415745"/>
            <a:ext cx="150726" cy="157628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Content Placeholder 2">
                <a:extLst>
                  <a:ext uri="{FF2B5EF4-FFF2-40B4-BE49-F238E27FC236}">
                    <a16:creationId xmlns:a16="http://schemas.microsoft.com/office/drawing/2014/main" id="{4532C3AA-F9C3-624F-BE51-03960BBD9E96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457200" y="2061857"/>
                <a:ext cx="3923882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342900" indent="-342900" algn="l" defTabSz="457200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3200" kern="1200">
                    <a:solidFill>
                      <a:srgbClr val="404040"/>
                    </a:solidFill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defRPr>
                </a:lvl1pPr>
                <a:lvl2pPr marL="742950" indent="-285750" algn="l" defTabSz="457200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800" kern="1200">
                    <a:solidFill>
                      <a:srgbClr val="404040"/>
                    </a:solidFill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defRPr>
                </a:lvl2pPr>
                <a:lvl3pPr marL="1143000" indent="-228600" algn="l" defTabSz="457200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400" kern="1200">
                    <a:solidFill>
                      <a:srgbClr val="404040"/>
                    </a:solidFill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defRPr>
                </a:lvl3pPr>
                <a:lvl4pPr marL="1600200" indent="-228600" algn="l" defTabSz="457200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 kern="1200">
                    <a:solidFill>
                      <a:srgbClr val="404040"/>
                    </a:solidFill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defRPr>
                </a:lvl4pPr>
                <a:lvl5pPr marL="2057400" indent="-228600" algn="l" defTabSz="457200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 kern="1200">
                    <a:solidFill>
                      <a:srgbClr val="404040"/>
                    </a:solidFill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defRPr>
                </a:lvl5pPr>
                <a:lvl6pPr marL="25146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sz="1600" dirty="0"/>
                  <a:t>Each iteration we move opposite the gradient by: learning rate(</a:t>
                </a:r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𝜂</m:t>
                    </m:r>
                  </m:oMath>
                </a14:m>
                <a:r>
                  <a:rPr lang="en-US" sz="1600" dirty="0"/>
                  <a:t>) * gradient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US" sz="1600" dirty="0"/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US" sz="1600" dirty="0"/>
              </a:p>
            </p:txBody>
          </p:sp>
        </mc:Choice>
        <mc:Fallback xmlns="">
          <p:sp>
            <p:nvSpPr>
              <p:cNvPr id="13" name="Content Placeholder 2">
                <a:extLst>
                  <a:ext uri="{FF2B5EF4-FFF2-40B4-BE49-F238E27FC236}">
                    <a16:creationId xmlns:a16="http://schemas.microsoft.com/office/drawing/2014/main" id="{4532C3AA-F9C3-624F-BE51-03960BBD9E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57200" y="2061857"/>
                <a:ext cx="3923882" cy="369332"/>
              </a:xfrm>
              <a:prstGeom prst="rect">
                <a:avLst/>
              </a:prstGeom>
              <a:blipFill>
                <a:blip r:embed="rId5"/>
                <a:stretch>
                  <a:fillRect l="-968" t="-6667" b="-73333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1E34E2C5-14E9-054D-BAC5-338C701286E4}"/>
                  </a:ext>
                </a:extLst>
              </p:cNvPr>
              <p:cNvSpPr txBox="1"/>
              <p:nvPr/>
            </p:nvSpPr>
            <p:spPr>
              <a:xfrm>
                <a:off x="1331577" y="2706712"/>
                <a:ext cx="204043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𝜂</m:t>
                      </m:r>
                      <m:r>
                        <m:rPr>
                          <m:sty m:val="p"/>
                        </m:rP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∇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𝑓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1E34E2C5-14E9-054D-BAC5-338C701286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31577" y="2706712"/>
                <a:ext cx="2040430" cy="276999"/>
              </a:xfrm>
              <a:prstGeom prst="rect">
                <a:avLst/>
              </a:prstGeom>
              <a:blipFill>
                <a:blip r:embed="rId6"/>
                <a:stretch>
                  <a:fillRect l="-617" r="-3086" b="-409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Content Placeholder 2">
                <a:extLst>
                  <a:ext uri="{FF2B5EF4-FFF2-40B4-BE49-F238E27FC236}">
                    <a16:creationId xmlns:a16="http://schemas.microsoft.com/office/drawing/2014/main" id="{00A3A3F7-D55D-0448-ADE9-B526B326F2AB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537587" y="3645154"/>
                <a:ext cx="3763107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342900" indent="-342900" algn="l" defTabSz="457200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3200" kern="1200">
                    <a:solidFill>
                      <a:srgbClr val="404040"/>
                    </a:solidFill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defRPr>
                </a:lvl1pPr>
                <a:lvl2pPr marL="742950" indent="-285750" algn="l" defTabSz="457200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800" kern="1200">
                    <a:solidFill>
                      <a:srgbClr val="404040"/>
                    </a:solidFill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defRPr>
                </a:lvl2pPr>
                <a:lvl3pPr marL="1143000" indent="-228600" algn="l" defTabSz="457200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400" kern="1200">
                    <a:solidFill>
                      <a:srgbClr val="404040"/>
                    </a:solidFill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defRPr>
                </a:lvl3pPr>
                <a:lvl4pPr marL="1600200" indent="-228600" algn="l" defTabSz="457200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 kern="1200">
                    <a:solidFill>
                      <a:srgbClr val="404040"/>
                    </a:solidFill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defRPr>
                </a:lvl4pPr>
                <a:lvl5pPr marL="2057400" indent="-228600" algn="l" defTabSz="457200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 kern="1200">
                    <a:solidFill>
                      <a:srgbClr val="404040"/>
                    </a:solidFill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defRPr>
                </a:lvl5pPr>
                <a:lvl6pPr marL="25146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sz="1600" dirty="0"/>
                  <a:t>Assume </a:t>
                </a:r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𝜂</m:t>
                    </m:r>
                    <m:r>
                      <a:rPr lang="en-US" sz="16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=0.1 </m:t>
                    </m:r>
                  </m:oMath>
                </a14:m>
                <a:r>
                  <a:rPr lang="en-US" sz="1600" dirty="0"/>
                  <a:t>and let’s start at x</a:t>
                </a:r>
                <a:r>
                  <a:rPr lang="en-US" sz="1600" baseline="-25000" dirty="0"/>
                  <a:t>0</a:t>
                </a:r>
                <a:r>
                  <a:rPr lang="en-US" sz="1600" dirty="0"/>
                  <a:t>=1 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US" sz="1600" dirty="0"/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US" sz="1600" dirty="0"/>
              </a:p>
            </p:txBody>
          </p:sp>
        </mc:Choice>
        <mc:Fallback xmlns="">
          <p:sp>
            <p:nvSpPr>
              <p:cNvPr id="15" name="Content Placeholder 2">
                <a:extLst>
                  <a:ext uri="{FF2B5EF4-FFF2-40B4-BE49-F238E27FC236}">
                    <a16:creationId xmlns:a16="http://schemas.microsoft.com/office/drawing/2014/main" id="{00A3A3F7-D55D-0448-ADE9-B526B326F2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37587" y="3645154"/>
                <a:ext cx="3763107" cy="369332"/>
              </a:xfrm>
              <a:prstGeom prst="rect">
                <a:avLst/>
              </a:prstGeom>
              <a:blipFill>
                <a:blip r:embed="rId7"/>
                <a:stretch>
                  <a:fillRect l="-1010" t="-6667" b="-10000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A6D805B0-AF3C-D54A-BC3D-96AA90944AB5}"/>
                  </a:ext>
                </a:extLst>
              </p:cNvPr>
              <p:cNvSpPr txBox="1"/>
              <p:nvPr/>
            </p:nvSpPr>
            <p:spPr>
              <a:xfrm>
                <a:off x="833460" y="4056883"/>
                <a:ext cx="417095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−0.1∗2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−0.2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0.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8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A6D805B0-AF3C-D54A-BC3D-96AA90944A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3460" y="4056883"/>
                <a:ext cx="4170950" cy="276999"/>
              </a:xfrm>
              <a:prstGeom prst="rect">
                <a:avLst/>
              </a:prstGeom>
              <a:blipFill>
                <a:blip r:embed="rId8"/>
                <a:stretch>
                  <a:fillRect l="-303" b="-217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8" name="Table 18">
            <a:extLst>
              <a:ext uri="{FF2B5EF4-FFF2-40B4-BE49-F238E27FC236}">
                <a16:creationId xmlns:a16="http://schemas.microsoft.com/office/drawing/2014/main" id="{72BBBE7F-3786-3E47-A302-B6A122B8F2F6}"/>
              </a:ext>
            </a:extLst>
          </p:cNvPr>
          <p:cNvGraphicFramePr>
            <a:graphicFrameLocks noGrp="1"/>
          </p:cNvGraphicFramePr>
          <p:nvPr/>
        </p:nvGraphicFramePr>
        <p:xfrm>
          <a:off x="5560081" y="3296760"/>
          <a:ext cx="2768601" cy="152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22867">
                  <a:extLst>
                    <a:ext uri="{9D8B030D-6E8A-4147-A177-3AD203B41FA5}">
                      <a16:colId xmlns:a16="http://schemas.microsoft.com/office/drawing/2014/main" val="613176282"/>
                    </a:ext>
                  </a:extLst>
                </a:gridCol>
                <a:gridCol w="922867">
                  <a:extLst>
                    <a:ext uri="{9D8B030D-6E8A-4147-A177-3AD203B41FA5}">
                      <a16:colId xmlns:a16="http://schemas.microsoft.com/office/drawing/2014/main" val="1984391679"/>
                    </a:ext>
                  </a:extLst>
                </a:gridCol>
                <a:gridCol w="922867">
                  <a:extLst>
                    <a:ext uri="{9D8B030D-6E8A-4147-A177-3AD203B41FA5}">
                      <a16:colId xmlns:a16="http://schemas.microsoft.com/office/drawing/2014/main" val="586985665"/>
                    </a:ext>
                  </a:extLst>
                </a:gridCol>
              </a:tblGrid>
              <a:tr h="25600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err="1"/>
                        <a:t>i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x</a:t>
                      </a:r>
                      <a:r>
                        <a:rPr lang="en-US" sz="1400" baseline="-25000" dirty="0"/>
                        <a:t>i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err="1"/>
                        <a:t>y</a:t>
                      </a:r>
                      <a:r>
                        <a:rPr lang="en-US" sz="1400" baseline="-25000" dirty="0" err="1"/>
                        <a:t>i</a:t>
                      </a:r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440422"/>
                  </a:ext>
                </a:extLst>
              </a:tr>
              <a:tr h="25600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7238003"/>
                  </a:ext>
                </a:extLst>
              </a:tr>
              <a:tr h="25600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0.64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388270"/>
                  </a:ext>
                </a:extLst>
              </a:tr>
              <a:tr h="25600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0.64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0.410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70275688"/>
                  </a:ext>
                </a:extLst>
              </a:tr>
              <a:tr h="25600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0.512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0.262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84592781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D6A674AE-5315-DE42-96F2-24179F48DA7E}"/>
                  </a:ext>
                </a:extLst>
              </p:cNvPr>
              <p:cNvSpPr txBox="1"/>
              <p:nvPr/>
            </p:nvSpPr>
            <p:spPr>
              <a:xfrm>
                <a:off x="1340777" y="3185951"/>
                <a:ext cx="1198020" cy="29200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D6A674AE-5315-DE42-96F2-24179F48DA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40777" y="3185951"/>
                <a:ext cx="1198020" cy="292003"/>
              </a:xfrm>
              <a:prstGeom prst="rect">
                <a:avLst/>
              </a:prstGeom>
              <a:blipFill>
                <a:blip r:embed="rId9"/>
                <a:stretch>
                  <a:fillRect l="-4211" r="-2105" b="-208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Oval 19">
            <a:extLst>
              <a:ext uri="{FF2B5EF4-FFF2-40B4-BE49-F238E27FC236}">
                <a16:creationId xmlns:a16="http://schemas.microsoft.com/office/drawing/2014/main" id="{BDEF23A1-F082-C54D-B5A2-562DAFE9E016}"/>
              </a:ext>
            </a:extLst>
          </p:cNvPr>
          <p:cNvSpPr/>
          <p:nvPr/>
        </p:nvSpPr>
        <p:spPr>
          <a:xfrm>
            <a:off x="7304300" y="2604369"/>
            <a:ext cx="150726" cy="157628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1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E71CF7B7-9A03-D041-8D31-5D63CF4DFACF}"/>
              </a:ext>
            </a:extLst>
          </p:cNvPr>
          <p:cNvSpPr/>
          <p:nvPr/>
        </p:nvSpPr>
        <p:spPr>
          <a:xfrm>
            <a:off x="7141909" y="2699281"/>
            <a:ext cx="150726" cy="157628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2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482EF99C-4943-504F-8EA8-1301894FF9A3}"/>
              </a:ext>
            </a:extLst>
          </p:cNvPr>
          <p:cNvSpPr/>
          <p:nvPr/>
        </p:nvSpPr>
        <p:spPr>
          <a:xfrm>
            <a:off x="7026353" y="2760192"/>
            <a:ext cx="150726" cy="157628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8125972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EE2F2D-6333-364B-948B-4C130878F5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Learning rate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181197C-BB1A-D54D-99DD-3F22CDC82BB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200" y="1200151"/>
                <a:ext cx="4730262" cy="3181350"/>
              </a:xfrm>
            </p:spPr>
            <p:txBody>
              <a:bodyPr/>
              <a:lstStyle/>
              <a:p>
                <a:pPr>
                  <a:spcAft>
                    <a:spcPts val="600"/>
                  </a:spcAft>
                </a:pPr>
                <a:r>
                  <a:rPr lang="en-US" sz="1600" dirty="0"/>
                  <a:t>The learning rate </a:t>
                </a:r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𝜂</m:t>
                    </m:r>
                  </m:oMath>
                </a14:m>
                <a:r>
                  <a:rPr lang="en-US" sz="1600" dirty="0"/>
                  <a:t> is a hyperparameter we must set</a:t>
                </a:r>
              </a:p>
              <a:p>
                <a:pPr>
                  <a:spcAft>
                    <a:spcPts val="600"/>
                  </a:spcAft>
                </a:pPr>
                <a:endParaRPr lang="en-US" sz="1600" dirty="0"/>
              </a:p>
              <a:p>
                <a:pPr>
                  <a:spcAft>
                    <a:spcPts val="600"/>
                  </a:spcAft>
                </a:pPr>
                <a:r>
                  <a:rPr lang="en-US" sz="1600" dirty="0"/>
                  <a:t> If the learning rate is too small, algorithm may take a very long time to converge</a:t>
                </a:r>
              </a:p>
              <a:p>
                <a:pPr>
                  <a:spcAft>
                    <a:spcPts val="600"/>
                  </a:spcAft>
                </a:pPr>
                <a:r>
                  <a:rPr lang="en-US" sz="1600" dirty="0"/>
                  <a:t>If the learning rate is too large, the gradient will bounce around and may even diverge</a:t>
                </a:r>
              </a:p>
              <a:p>
                <a:pPr>
                  <a:spcAft>
                    <a:spcPts val="600"/>
                  </a:spcAft>
                </a:pPr>
                <a:r>
                  <a:rPr lang="en-US" sz="1600" dirty="0"/>
                  <a:t>Some cost functions have several local minima.  Fortunately our NLL cost function is convex, meaning it only has one minimum that is the global minimum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181197C-BB1A-D54D-99DD-3F22CDC82BB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200151"/>
                <a:ext cx="4730262" cy="3181350"/>
              </a:xfrm>
              <a:blipFill>
                <a:blip r:embed="rId2"/>
                <a:stretch>
                  <a:fillRect l="-536" t="-397" r="-1609" b="-47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516C38FF-B6C7-F643-9A3A-FF5B549CC5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5188" y="666117"/>
            <a:ext cx="3448751" cy="174667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C90A5E1-A638-4E42-A923-F7F5CB1AE1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60908" y="2790827"/>
            <a:ext cx="3448751" cy="181634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7B3F64B-9B75-5F42-882E-E6B7E5743EC3}"/>
              </a:ext>
            </a:extLst>
          </p:cNvPr>
          <p:cNvSpPr txBox="1"/>
          <p:nvPr/>
        </p:nvSpPr>
        <p:spPr>
          <a:xfrm>
            <a:off x="6126274" y="536331"/>
            <a:ext cx="162657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u="sng" dirty="0"/>
              <a:t>Learning rate too small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93C4FF6-9925-FF47-B9B0-593918F8346F}"/>
              </a:ext>
            </a:extLst>
          </p:cNvPr>
          <p:cNvSpPr txBox="1"/>
          <p:nvPr/>
        </p:nvSpPr>
        <p:spPr>
          <a:xfrm>
            <a:off x="6171994" y="2660021"/>
            <a:ext cx="162657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u="sng" dirty="0"/>
              <a:t>Learning rate too large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04E2D6B-64B0-1841-AD14-CA34EDA78F74}"/>
                  </a:ext>
                </a:extLst>
              </p:cNvPr>
              <p:cNvSpPr txBox="1"/>
              <p:nvPr/>
            </p:nvSpPr>
            <p:spPr>
              <a:xfrm>
                <a:off x="1815979" y="1788726"/>
                <a:ext cx="204043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𝜂</m:t>
                      </m:r>
                      <m:r>
                        <m:rPr>
                          <m:sty m:val="p"/>
                        </m:rP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∇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𝑓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04E2D6B-64B0-1841-AD14-CA34EDA78F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15979" y="1788726"/>
                <a:ext cx="2040430" cy="276999"/>
              </a:xfrm>
              <a:prstGeom prst="rect">
                <a:avLst/>
              </a:prstGeom>
              <a:blipFill>
                <a:blip r:embed="rId5"/>
                <a:stretch>
                  <a:fillRect l="-1242" r="-3727" b="-391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D78C933E-BB6F-FD4F-B333-DB22CD0D7CE9}"/>
              </a:ext>
            </a:extLst>
          </p:cNvPr>
          <p:cNvSpPr txBox="1"/>
          <p:nvPr/>
        </p:nvSpPr>
        <p:spPr>
          <a:xfrm>
            <a:off x="6126274" y="4648833"/>
            <a:ext cx="188304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i="1" dirty="0"/>
              <a:t>Source: “Hands—On Machine Learning with Scikit Learn &amp; </a:t>
            </a:r>
            <a:r>
              <a:rPr lang="en-US" sz="700" i="1" dirty="0" err="1"/>
              <a:t>Tensorflow</a:t>
            </a:r>
            <a:r>
              <a:rPr lang="en-US" sz="700" i="1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00673980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A77CF0-1695-E0D8-0E39-47419C5B8F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4E91C2-4119-3FCF-8B2A-4E9EEA4CC7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313" y="2210896"/>
            <a:ext cx="7772400" cy="1021556"/>
          </a:xfrm>
        </p:spPr>
        <p:txBody>
          <a:bodyPr/>
          <a:lstStyle/>
          <a:p>
            <a:r>
              <a:rPr lang="en-US" dirty="0"/>
              <a:t>Gradient Descent demo</a:t>
            </a:r>
          </a:p>
        </p:txBody>
      </p:sp>
    </p:spTree>
    <p:extLst>
      <p:ext uri="{BB962C8B-B14F-4D97-AF65-F5344CB8AC3E}">
        <p14:creationId xmlns:p14="http://schemas.microsoft.com/office/powerpoint/2010/main" val="228446156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3E8852-B5C8-3741-8F70-C4E38828F9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Batch gradient descent on NLL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24832C-E512-C342-B8FB-95B3C74E07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00151"/>
            <a:ext cx="8229600" cy="434920"/>
          </a:xfrm>
        </p:spPr>
        <p:txBody>
          <a:bodyPr/>
          <a:lstStyle/>
          <a:p>
            <a:pPr marL="0" indent="0">
              <a:buNone/>
            </a:pPr>
            <a:r>
              <a:rPr lang="en-US" sz="1800" dirty="0"/>
              <a:t>Our cost function is the </a:t>
            </a:r>
            <a:r>
              <a:rPr lang="en-US" sz="1800" b="1" dirty="0"/>
              <a:t>negative log likelihood (NLL)</a:t>
            </a:r>
            <a:r>
              <a:rPr lang="en-US" sz="1800" dirty="0"/>
              <a:t>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0227966-470D-6F4A-AA69-45B44CD5C532}"/>
                  </a:ext>
                </a:extLst>
              </p:cNvPr>
              <p:cNvSpPr txBox="1"/>
              <p:nvPr/>
            </p:nvSpPr>
            <p:spPr>
              <a:xfrm>
                <a:off x="576291" y="1771597"/>
                <a:ext cx="6127447" cy="77893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𝑁𝐿𝐿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a:rPr lang="en-US" b="0" i="0" smtClean="0">
                              <a:latin typeface="Cambria Math" panose="02040503050406030204" pitchFamily="18" charset="0"/>
                            </a:rPr>
                            <m:t>=−</m:t>
                          </m:r>
                        </m:fName>
                        <m:e>
                          <m:nary>
                            <m:naryPr>
                              <m:chr m:val="∑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func>
                                <m:func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𝜎</m:t>
                                      </m:r>
                                      <m:d>
                                        <m:d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p>
                                            <m:sSup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𝑤</m:t>
                                              </m:r>
                                            </m:e>
                                            <m:sup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𝑇</m:t>
                                              </m:r>
                                            </m:sup>
                                          </m:sSup>
                                          <m:sSub>
                                            <m:sSub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</m:d>
                                </m:e>
                              </m:func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1−</m:t>
                                  </m:r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log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(1−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𝑤</m:t>
                                      </m:r>
                                    </m:e>
                                    <m: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𝑇</m:t>
                                      </m:r>
                                    </m:sup>
                                  </m:sSup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e>
                          </m:nary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func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0227966-470D-6F4A-AA69-45B44CD5C5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6291" y="1771597"/>
                <a:ext cx="6127447" cy="778931"/>
              </a:xfrm>
              <a:prstGeom prst="rect">
                <a:avLst/>
              </a:prstGeom>
              <a:blipFill>
                <a:blip r:embed="rId2"/>
                <a:stretch>
                  <a:fillRect l="-414" t="-111290" r="-1035" b="-1741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FD181635-8B44-7D38-E12F-24A0B695D22D}"/>
              </a:ext>
            </a:extLst>
          </p:cNvPr>
          <p:cNvSpPr txBox="1">
            <a:spLocks/>
          </p:cNvSpPr>
          <p:nvPr/>
        </p:nvSpPr>
        <p:spPr bwMode="auto">
          <a:xfrm>
            <a:off x="457200" y="2919633"/>
            <a:ext cx="8229600" cy="4349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742950" indent="-28575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11430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6002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20574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800" dirty="0"/>
              <a:t>So our gradient is: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DE61E45-6C40-DED2-0CD3-9232F74E09EF}"/>
                  </a:ext>
                </a:extLst>
              </p:cNvPr>
              <p:cNvSpPr txBox="1"/>
              <p:nvPr/>
            </p:nvSpPr>
            <p:spPr>
              <a:xfrm>
                <a:off x="2487478" y="3313681"/>
                <a:ext cx="3470950" cy="77893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∇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𝑁𝐿𝐿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=−</m:t>
                      </m:r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e>
                          </m:d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DE61E45-6C40-DED2-0CD3-9232F74E09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87478" y="3313681"/>
                <a:ext cx="3470950" cy="778931"/>
              </a:xfrm>
              <a:prstGeom prst="rect">
                <a:avLst/>
              </a:prstGeom>
              <a:blipFill>
                <a:blip r:embed="rId3"/>
                <a:stretch>
                  <a:fillRect l="-730" t="-112903" b="-1741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2659519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3E8852-B5C8-3741-8F70-C4E38828F9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Batch gradient descent on NLL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100AE128-019F-B141-B301-0989AC85B3FC}"/>
              </a:ext>
            </a:extLst>
          </p:cNvPr>
          <p:cNvSpPr txBox="1">
            <a:spLocks/>
          </p:cNvSpPr>
          <p:nvPr/>
        </p:nvSpPr>
        <p:spPr bwMode="auto">
          <a:xfrm>
            <a:off x="457200" y="1412608"/>
            <a:ext cx="8229600" cy="4349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742950" indent="-28575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11430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6002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20574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800" dirty="0"/>
              <a:t>Our gradient is: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B3084C4-B0AE-A649-BDAF-F4D96138DB71}"/>
                  </a:ext>
                </a:extLst>
              </p:cNvPr>
              <p:cNvSpPr txBox="1"/>
              <p:nvPr/>
            </p:nvSpPr>
            <p:spPr>
              <a:xfrm>
                <a:off x="2487478" y="1637980"/>
                <a:ext cx="3470950" cy="77893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∇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𝑁𝐿𝐿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=−</m:t>
                      </m:r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e>
                          </m:d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B3084C4-B0AE-A649-BDAF-F4D96138DB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87478" y="1637980"/>
                <a:ext cx="3470950" cy="778931"/>
              </a:xfrm>
              <a:prstGeom prst="rect">
                <a:avLst/>
              </a:prstGeom>
              <a:blipFill>
                <a:blip r:embed="rId2"/>
                <a:stretch>
                  <a:fillRect l="-730" t="-112903" b="-1741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BE3C7902-726C-024E-9377-7A87F0CCB229}"/>
              </a:ext>
            </a:extLst>
          </p:cNvPr>
          <p:cNvSpPr txBox="1">
            <a:spLocks/>
          </p:cNvSpPr>
          <p:nvPr/>
        </p:nvSpPr>
        <p:spPr bwMode="auto">
          <a:xfrm>
            <a:off x="457200" y="2691754"/>
            <a:ext cx="8229600" cy="4349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742950" indent="-28575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11430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6002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20574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800" dirty="0"/>
              <a:t>Therefore, our gradient descent equation is: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EC23F649-A6F0-D942-A04D-72705E69A6CC}"/>
                  </a:ext>
                </a:extLst>
              </p:cNvPr>
              <p:cNvSpPr/>
              <p:nvPr/>
            </p:nvSpPr>
            <p:spPr>
              <a:xfrm>
                <a:off x="2487478" y="3214916"/>
                <a:ext cx="2231829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𝜂</m:t>
                      </m:r>
                      <m:r>
                        <m:rPr>
                          <m:sty m:val="p"/>
                        </m:rP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∇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𝑁𝐿𝐿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EC23F649-A6F0-D942-A04D-72705E69A6C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87478" y="3214916"/>
                <a:ext cx="2231829" cy="369332"/>
              </a:xfrm>
              <a:prstGeom prst="rect">
                <a:avLst/>
              </a:prstGeom>
              <a:blipFill>
                <a:blip r:embed="rId3"/>
                <a:stretch>
                  <a:fillRect b="-96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495849A0-AF15-8044-8334-BBDA1C894604}"/>
                  </a:ext>
                </a:extLst>
              </p:cNvPr>
              <p:cNvSpPr/>
              <p:nvPr/>
            </p:nvSpPr>
            <p:spPr>
              <a:xfrm>
                <a:off x="2487478" y="3753534"/>
                <a:ext cx="3847207" cy="87126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𝜂</m:t>
                      </m:r>
                      <m:nary>
                        <m:naryPr>
                          <m:chr m:val="∑"/>
                          <m:ctrlP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sSubSup>
                                <m:sSub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−1</m:t>
                                  </m:r>
                                </m:sub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bSup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e>
                          </m:d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495849A0-AF15-8044-8334-BBDA1C89460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87478" y="3753534"/>
                <a:ext cx="3847207" cy="871264"/>
              </a:xfrm>
              <a:prstGeom prst="rect">
                <a:avLst/>
              </a:prstGeom>
              <a:blipFill>
                <a:blip r:embed="rId4"/>
                <a:stretch>
                  <a:fillRect t="-94286" b="-1485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1559921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9EF10D-E2E8-EA41-9D35-6F57832B82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Recap so far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ABD08D-B43C-1047-B348-3406065A58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400"/>
              </a:spcAft>
            </a:pPr>
            <a:r>
              <a:rPr lang="en-US" sz="1800" dirty="0"/>
              <a:t>In logistic regression we use the </a:t>
            </a:r>
            <a:r>
              <a:rPr lang="en-US" sz="1800" b="1" dirty="0"/>
              <a:t>logistic/sigmoid function </a:t>
            </a:r>
            <a:r>
              <a:rPr lang="en-US" sz="1800" dirty="0"/>
              <a:t>to predict the probability of the positive class (y=1)</a:t>
            </a:r>
          </a:p>
          <a:p>
            <a:pPr>
              <a:spcAft>
                <a:spcPts val="400"/>
              </a:spcAft>
            </a:pPr>
            <a:endParaRPr lang="en-US" sz="1800" dirty="0"/>
          </a:p>
          <a:p>
            <a:pPr marL="0" indent="0">
              <a:spcAft>
                <a:spcPts val="400"/>
              </a:spcAft>
              <a:buNone/>
            </a:pPr>
            <a:endParaRPr lang="en-US" sz="1400" dirty="0"/>
          </a:p>
          <a:p>
            <a:pPr>
              <a:spcAft>
                <a:spcPts val="400"/>
              </a:spcAft>
            </a:pPr>
            <a:r>
              <a:rPr lang="en-US" sz="1800" dirty="0"/>
              <a:t>We calculate the likelihood of </a:t>
            </a:r>
            <a:r>
              <a:rPr lang="en-US" sz="1800" b="1" i="1" dirty="0"/>
              <a:t>w</a:t>
            </a:r>
            <a:r>
              <a:rPr lang="en-US" sz="1800" dirty="0"/>
              <a:t> and our cost function we seek to minimize is the </a:t>
            </a:r>
            <a:r>
              <a:rPr lang="en-US" sz="1800" b="1" dirty="0"/>
              <a:t>negative log likelihood</a:t>
            </a:r>
          </a:p>
          <a:p>
            <a:pPr>
              <a:spcAft>
                <a:spcPts val="400"/>
              </a:spcAft>
            </a:pPr>
            <a:r>
              <a:rPr lang="en-US" sz="1800" dirty="0"/>
              <a:t>We typically use </a:t>
            </a:r>
            <a:r>
              <a:rPr lang="en-US" sz="1800" b="1" dirty="0"/>
              <a:t>gradient descent </a:t>
            </a:r>
            <a:r>
              <a:rPr lang="en-US" sz="1800" dirty="0"/>
              <a:t>to find values of the parameters </a:t>
            </a:r>
            <a:r>
              <a:rPr lang="en-US" sz="1800" i="1" dirty="0"/>
              <a:t>w</a:t>
            </a:r>
            <a:r>
              <a:rPr lang="en-US" sz="1800" dirty="0"/>
              <a:t> that </a:t>
            </a:r>
            <a:r>
              <a:rPr lang="en-US" sz="1800" b="1" dirty="0"/>
              <a:t>minimize the NLL</a:t>
            </a:r>
          </a:p>
          <a:p>
            <a:pPr>
              <a:spcAft>
                <a:spcPts val="400"/>
              </a:spcAft>
            </a:pPr>
            <a:r>
              <a:rPr lang="en-US" sz="1800" dirty="0"/>
              <a:t>Then we have a model that can generate probabilistic predictions</a:t>
            </a:r>
          </a:p>
          <a:p>
            <a:pPr>
              <a:spcAft>
                <a:spcPts val="400"/>
              </a:spcAft>
            </a:pPr>
            <a:r>
              <a:rPr lang="en-US" sz="1800" dirty="0"/>
              <a:t>We convert those probabilities into a 0/1 prediction by setting our </a:t>
            </a:r>
            <a:r>
              <a:rPr lang="en-US" sz="1800" b="1" dirty="0"/>
              <a:t>threshold</a:t>
            </a:r>
            <a:r>
              <a:rPr lang="en-US" sz="1800" dirty="0"/>
              <a:t> (default = 0.5)</a:t>
            </a:r>
          </a:p>
          <a:p>
            <a:pPr>
              <a:spcAft>
                <a:spcPts val="400"/>
              </a:spcAft>
            </a:pPr>
            <a:endParaRPr lang="en-US" sz="1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D57A6E9-48CB-624C-A6B3-0D3FEAC5087D}"/>
                  </a:ext>
                </a:extLst>
              </p:cNvPr>
              <p:cNvSpPr txBox="1"/>
              <p:nvPr/>
            </p:nvSpPr>
            <p:spPr>
              <a:xfrm>
                <a:off x="2642751" y="1890693"/>
                <a:ext cx="3488712" cy="55361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=1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𝜎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1+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D57A6E9-48CB-624C-A6B3-0D3FEAC508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42751" y="1890693"/>
                <a:ext cx="3488712" cy="553613"/>
              </a:xfrm>
              <a:prstGeom prst="rect">
                <a:avLst/>
              </a:prstGeom>
              <a:blipFill>
                <a:blip r:embed="rId2"/>
                <a:stretch>
                  <a:fillRect l="-1091" t="-4444" r="-727" b="-1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9534350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BBE344-5DDF-B54F-93E8-E7C8E7BA82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Logistic regression in </a:t>
            </a:r>
            <a:r>
              <a:rPr lang="en-US" dirty="0" err="1"/>
              <a:t>SKLearn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FD8F0F-DD56-2142-88AF-74D5BDBF99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400"/>
              </a:spcAft>
            </a:pPr>
            <a:r>
              <a:rPr lang="en-US" sz="1800" dirty="0"/>
              <a:t>Scikit-learn makes it very easy for us to run a logistic regression classifier</a:t>
            </a:r>
          </a:p>
          <a:p>
            <a:pPr>
              <a:spcAft>
                <a:spcPts val="400"/>
              </a:spcAft>
            </a:pPr>
            <a:r>
              <a:rPr lang="en-US" sz="1800" dirty="0"/>
              <a:t>Behind the scenes </a:t>
            </a:r>
            <a:r>
              <a:rPr lang="en-US" sz="1800" dirty="0" err="1"/>
              <a:t>SKLearn</a:t>
            </a:r>
            <a:r>
              <a:rPr lang="en-US" sz="1800" dirty="0"/>
              <a:t> uses an iterative solving method to get the parameters </a:t>
            </a:r>
            <a:r>
              <a:rPr lang="en-US" sz="1800" i="1" dirty="0"/>
              <a:t>w</a:t>
            </a:r>
          </a:p>
          <a:p>
            <a:pPr>
              <a:spcAft>
                <a:spcPts val="400"/>
              </a:spcAft>
            </a:pPr>
            <a:r>
              <a:rPr lang="en-US" sz="1800" dirty="0"/>
              <a:t>We can generate predictions in two ways:</a:t>
            </a:r>
          </a:p>
          <a:p>
            <a:pPr lvl="1">
              <a:spcAft>
                <a:spcPts val="400"/>
              </a:spcAft>
            </a:pPr>
            <a:r>
              <a:rPr lang="en-US" sz="1600" dirty="0" err="1"/>
              <a:t>model.predict</a:t>
            </a:r>
            <a:r>
              <a:rPr lang="en-US" sz="1600" dirty="0"/>
              <a:t>(X) gives us 0/1 predictions</a:t>
            </a:r>
          </a:p>
          <a:p>
            <a:pPr lvl="1">
              <a:spcAft>
                <a:spcPts val="400"/>
              </a:spcAft>
            </a:pPr>
            <a:r>
              <a:rPr lang="en-US" sz="1600" dirty="0" err="1"/>
              <a:t>model.predict_proba</a:t>
            </a:r>
            <a:r>
              <a:rPr lang="en-US" sz="1600" dirty="0"/>
              <a:t>(X) gives us the probabilities from 0 to 1</a:t>
            </a:r>
            <a:endParaRPr lang="en-US" sz="1400" dirty="0"/>
          </a:p>
          <a:p>
            <a:pPr lvl="2">
              <a:spcAft>
                <a:spcPts val="400"/>
              </a:spcAft>
            </a:pPr>
            <a:r>
              <a:rPr lang="en-US" sz="1400" dirty="0"/>
              <a:t>We then apply a threshold to convert to 0/1 predictions</a:t>
            </a:r>
          </a:p>
          <a:p>
            <a:pPr>
              <a:spcAft>
                <a:spcPts val="400"/>
              </a:spcAft>
            </a:pPr>
            <a:r>
              <a:rPr lang="en-US" sz="1800" dirty="0"/>
              <a:t>We can also apply regularization just as we do in linear regression.  In fact, </a:t>
            </a:r>
            <a:r>
              <a:rPr lang="en-US" sz="1800" dirty="0" err="1"/>
              <a:t>SKLearn</a:t>
            </a:r>
            <a:r>
              <a:rPr lang="en-US" sz="1800" dirty="0"/>
              <a:t> applies the L2 penalty (ridge) by default</a:t>
            </a:r>
          </a:p>
          <a:p>
            <a:pPr lvl="1">
              <a:spcAft>
                <a:spcPts val="400"/>
              </a:spcAft>
            </a:pP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406632972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3783C-CA44-D741-83DE-D129DA75E3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Decision boundary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E12518-A558-E04F-BB97-494BD05014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00151"/>
            <a:ext cx="4659923" cy="3181350"/>
          </a:xfrm>
        </p:spPr>
        <p:txBody>
          <a:bodyPr/>
          <a:lstStyle/>
          <a:p>
            <a:r>
              <a:rPr lang="en-US" sz="1800" dirty="0"/>
              <a:t>Logistic regression is still considered a linear model</a:t>
            </a:r>
          </a:p>
          <a:p>
            <a:pPr lvl="1"/>
            <a:r>
              <a:rPr lang="en-US" sz="1600" dirty="0"/>
              <a:t>It is a linear combination of the coefficients </a:t>
            </a:r>
            <a:r>
              <a:rPr lang="en-US" sz="1600" i="1" dirty="0"/>
              <a:t>w</a:t>
            </a:r>
            <a:r>
              <a:rPr lang="en-US" sz="1600" dirty="0"/>
              <a:t> – no interactions between coefficients</a:t>
            </a:r>
          </a:p>
          <a:p>
            <a:r>
              <a:rPr lang="en-US" sz="1800" dirty="0"/>
              <a:t>We can plot its predictions vs. features and see that it forms a linear boundary separating each predicted class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603B2F5-8ACE-FA4A-A3A6-0D3FB90C7B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17123" y="1237862"/>
            <a:ext cx="3912894" cy="27054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11852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D064CA-C15A-2842-81A4-0DFB35E5F0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988" y="1805748"/>
            <a:ext cx="8328025" cy="1874575"/>
          </a:xfrm>
        </p:spPr>
        <p:txBody>
          <a:bodyPr/>
          <a:lstStyle/>
          <a:p>
            <a:pPr>
              <a:defRPr/>
            </a:pPr>
            <a:r>
              <a:rPr lang="en-US" dirty="0"/>
              <a:t>What if we have more than two classes?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1192974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C82B34-2D2C-474B-A5DF-72EBE085A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/>
              <a:t>Predicting multiple classes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4E1AE9-58D6-2A4E-81CD-F883F233BB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00151"/>
            <a:ext cx="8229600" cy="1329344"/>
          </a:xfrm>
        </p:spPr>
        <p:txBody>
          <a:bodyPr/>
          <a:lstStyle/>
          <a:p>
            <a:pPr>
              <a:spcAft>
                <a:spcPts val="200"/>
              </a:spcAft>
            </a:pPr>
            <a:r>
              <a:rPr lang="en-US" sz="1600" dirty="0"/>
              <a:t>Logistic regression function gave us the probability of the positive class</a:t>
            </a:r>
          </a:p>
          <a:p>
            <a:pPr>
              <a:spcAft>
                <a:spcPts val="200"/>
              </a:spcAft>
            </a:pPr>
            <a:r>
              <a:rPr lang="en-US" sz="1600" dirty="0"/>
              <a:t>But what if we have several classes – which one is “positive”?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lang="en-US" sz="1600" dirty="0"/>
              <a:t>We can use </a:t>
            </a:r>
            <a:r>
              <a:rPr lang="en-US" sz="1600" dirty="0" err="1"/>
              <a:t>softmax</a:t>
            </a:r>
            <a:r>
              <a:rPr lang="en-US" sz="1600" dirty="0"/>
              <a:t> regression to get a prediction for each class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9A55A9E-2575-8842-B896-1EC023DE215A}"/>
                  </a:ext>
                </a:extLst>
              </p:cNvPr>
              <p:cNvSpPr txBox="1"/>
              <p:nvPr/>
            </p:nvSpPr>
            <p:spPr>
              <a:xfrm>
                <a:off x="4640711" y="2718256"/>
                <a:ext cx="3149195" cy="31265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𝑠𝑜𝑓𝑡𝑚𝑎𝑥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</m:sub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b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9A55A9E-2575-8842-B896-1EC023DE21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40711" y="2718256"/>
                <a:ext cx="3149195" cy="312650"/>
              </a:xfrm>
              <a:prstGeom prst="rect">
                <a:avLst/>
              </a:prstGeom>
              <a:blipFill>
                <a:blip r:embed="rId3"/>
                <a:stretch>
                  <a:fillRect l="-1205" b="-28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45E21AE9-5485-4040-B8A4-76F988D3BB25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434638" y="3632131"/>
                <a:ext cx="763236" cy="685028"/>
              </a:xfrm>
              <a:prstGeom prst="ellipse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sz="10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bSup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1000" dirty="0"/>
              </a:p>
            </p:txBody>
          </p:sp>
        </mc:Choice>
        <mc:Fallback xmlns=""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45E21AE9-5485-4040-B8A4-76F988D3BB2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34638" y="3632131"/>
                <a:ext cx="763236" cy="685028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36D63DCC-52E1-F344-878D-AB087F68B69A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538041" y="3632131"/>
                <a:ext cx="728884" cy="685028"/>
              </a:xfrm>
              <a:prstGeom prst="ellipse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r>
                  <a:rPr lang="en-US" sz="12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𝑠𝑚</m:t>
                    </m:r>
                    <m:r>
                      <a:rPr lang="en-US" sz="1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12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sz="1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120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36D63DCC-52E1-F344-878D-AB087F68B69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38041" y="3632131"/>
                <a:ext cx="728884" cy="685028"/>
              </a:xfrm>
              <a:prstGeom prst="ellipse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1E03F9D4-9BAD-C541-9234-C747A552A987}"/>
              </a:ext>
            </a:extLst>
          </p:cNvPr>
          <p:cNvCxnSpPr>
            <a:cxnSpLocks/>
            <a:stCxn id="5" idx="6"/>
            <a:endCxn id="6" idx="2"/>
          </p:cNvCxnSpPr>
          <p:nvPr/>
        </p:nvCxnSpPr>
        <p:spPr>
          <a:xfrm>
            <a:off x="6197874" y="3974645"/>
            <a:ext cx="340167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6791828D-670B-4041-803A-7070DF7F4F3F}"/>
              </a:ext>
            </a:extLst>
          </p:cNvPr>
          <p:cNvCxnSpPr>
            <a:cxnSpLocks/>
            <a:stCxn id="6" idx="6"/>
          </p:cNvCxnSpPr>
          <p:nvPr/>
        </p:nvCxnSpPr>
        <p:spPr>
          <a:xfrm>
            <a:off x="7266925" y="3974645"/>
            <a:ext cx="19661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943B2732-E105-BE4D-BDFF-3ED4D00DE123}"/>
                  </a:ext>
                </a:extLst>
              </p:cNvPr>
              <p:cNvSpPr/>
              <p:nvPr/>
            </p:nvSpPr>
            <p:spPr>
              <a:xfrm>
                <a:off x="7463535" y="3836145"/>
                <a:ext cx="835742" cy="27699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943B2732-E105-BE4D-BDFF-3ED4D00DE12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63535" y="3836145"/>
                <a:ext cx="835742" cy="276999"/>
              </a:xfrm>
              <a:prstGeom prst="rect">
                <a:avLst/>
              </a:prstGeom>
              <a:blipFill>
                <a:blip r:embed="rId6"/>
                <a:stretch>
                  <a:fillRect b="-13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3F35434A-3E6F-0049-9891-B2E0BC42B0A0}"/>
              </a:ext>
            </a:extLst>
          </p:cNvPr>
          <p:cNvCxnSpPr>
            <a:cxnSpLocks/>
          </p:cNvCxnSpPr>
          <p:nvPr/>
        </p:nvCxnSpPr>
        <p:spPr>
          <a:xfrm>
            <a:off x="5084545" y="3683988"/>
            <a:ext cx="350093" cy="12778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C6F02ACE-4F18-9348-9B12-91731996D715}"/>
              </a:ext>
            </a:extLst>
          </p:cNvPr>
          <p:cNvCxnSpPr>
            <a:cxnSpLocks/>
          </p:cNvCxnSpPr>
          <p:nvPr/>
        </p:nvCxnSpPr>
        <p:spPr>
          <a:xfrm flipV="1">
            <a:off x="5120156" y="4252453"/>
            <a:ext cx="481434" cy="33458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963ABAE1-FB6E-774A-9891-68C0EA822AE8}"/>
              </a:ext>
            </a:extLst>
          </p:cNvPr>
          <p:cNvCxnSpPr>
            <a:cxnSpLocks/>
          </p:cNvCxnSpPr>
          <p:nvPr/>
        </p:nvCxnSpPr>
        <p:spPr>
          <a:xfrm flipV="1">
            <a:off x="5104816" y="4091741"/>
            <a:ext cx="362817" cy="1912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4D53FD6E-AD56-EC44-9A83-787B99E5307D}"/>
              </a:ext>
            </a:extLst>
          </p:cNvPr>
          <p:cNvCxnSpPr>
            <a:cxnSpLocks/>
            <a:endCxn id="5" idx="2"/>
          </p:cNvCxnSpPr>
          <p:nvPr/>
        </p:nvCxnSpPr>
        <p:spPr>
          <a:xfrm>
            <a:off x="5084545" y="3974645"/>
            <a:ext cx="350093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9BC2D1D4-82D3-1D44-8404-5038A141DCB0}"/>
              </a:ext>
            </a:extLst>
          </p:cNvPr>
          <p:cNvCxnSpPr>
            <a:cxnSpLocks/>
          </p:cNvCxnSpPr>
          <p:nvPr/>
        </p:nvCxnSpPr>
        <p:spPr>
          <a:xfrm>
            <a:off x="5071410" y="3435337"/>
            <a:ext cx="511152" cy="22724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F0535A0F-1828-734B-902C-5B34503249A2}"/>
                  </a:ext>
                </a:extLst>
              </p:cNvPr>
              <p:cNvSpPr txBox="1"/>
              <p:nvPr/>
            </p:nvSpPr>
            <p:spPr>
              <a:xfrm>
                <a:off x="4755661" y="3211010"/>
                <a:ext cx="27122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F0535A0F-1828-734B-902C-5B34503249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55661" y="3211010"/>
                <a:ext cx="271220" cy="276999"/>
              </a:xfrm>
              <a:prstGeom prst="rect">
                <a:avLst/>
              </a:prstGeom>
              <a:blipFill>
                <a:blip r:embed="rId7"/>
                <a:stretch>
                  <a:fillRect r="-45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A0E4E210-6C1B-6743-AB6A-8E9D5BAFED2E}"/>
                  </a:ext>
                </a:extLst>
              </p:cNvPr>
              <p:cNvSpPr txBox="1"/>
              <p:nvPr/>
            </p:nvSpPr>
            <p:spPr>
              <a:xfrm>
                <a:off x="4740206" y="3488009"/>
                <a:ext cx="27122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A0E4E210-6C1B-6743-AB6A-8E9D5BAFED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40206" y="3488009"/>
                <a:ext cx="271220" cy="276999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9D8E08DA-2F17-674D-B349-23D978237D27}"/>
                  </a:ext>
                </a:extLst>
              </p:cNvPr>
              <p:cNvSpPr txBox="1"/>
              <p:nvPr/>
            </p:nvSpPr>
            <p:spPr>
              <a:xfrm>
                <a:off x="4746773" y="3804538"/>
                <a:ext cx="27122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9D8E08DA-2F17-674D-B349-23D978237D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46773" y="3804538"/>
                <a:ext cx="271220" cy="276999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63FE9A45-CBB5-E547-BF06-4E09F3FA9114}"/>
                  </a:ext>
                </a:extLst>
              </p:cNvPr>
              <p:cNvSpPr txBox="1"/>
              <p:nvPr/>
            </p:nvSpPr>
            <p:spPr>
              <a:xfrm>
                <a:off x="4747264" y="4097145"/>
                <a:ext cx="27122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 smtClean="0">
                          <a:latin typeface="Cambria Math" panose="02040503050406030204" pitchFamily="18" charset="0"/>
                        </a:rPr>
                        <m:t>…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63FE9A45-CBB5-E547-BF06-4E09F3FA91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47264" y="4097145"/>
                <a:ext cx="271220" cy="276999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6D85214D-92CB-C940-8FCF-9A23E8A4BBDF}"/>
                  </a:ext>
                </a:extLst>
              </p:cNvPr>
              <p:cNvSpPr txBox="1"/>
              <p:nvPr/>
            </p:nvSpPr>
            <p:spPr>
              <a:xfrm>
                <a:off x="5097790" y="3233865"/>
                <a:ext cx="271220" cy="28552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2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p>
                      </m:sSubSup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6D85214D-92CB-C940-8FCF-9A23E8A4BB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97790" y="3233865"/>
                <a:ext cx="271220" cy="285527"/>
              </a:xfrm>
              <a:prstGeom prst="rect">
                <a:avLst/>
              </a:prstGeom>
              <a:blipFill>
                <a:blip r:embed="rId11"/>
                <a:stretch>
                  <a:fillRect r="-181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F5D9D808-F411-4B44-9581-606705794D8F}"/>
                  </a:ext>
                </a:extLst>
              </p:cNvPr>
              <p:cNvSpPr txBox="1"/>
              <p:nvPr/>
            </p:nvSpPr>
            <p:spPr>
              <a:xfrm>
                <a:off x="6189036" y="3700512"/>
                <a:ext cx="27122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F5D9D808-F411-4B44-9581-606705794D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89036" y="3700512"/>
                <a:ext cx="271220" cy="276999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4513F294-1753-584E-9BB6-7E6C5FC846DA}"/>
                  </a:ext>
                </a:extLst>
              </p:cNvPr>
              <p:cNvSpPr txBox="1"/>
              <p:nvPr/>
            </p:nvSpPr>
            <p:spPr>
              <a:xfrm>
                <a:off x="905674" y="2747477"/>
                <a:ext cx="236712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=1|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𝜎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4513F294-1753-584E-9BB6-7E6C5FC846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5674" y="2747477"/>
                <a:ext cx="2367122" cy="276999"/>
              </a:xfrm>
              <a:prstGeom prst="rect">
                <a:avLst/>
              </a:prstGeom>
              <a:blipFill>
                <a:blip r:embed="rId13"/>
                <a:stretch>
                  <a:fillRect l="-1604" b="-391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25051B22-A5AB-0245-9F2A-E2FB6F2E45C2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416440" y="3623360"/>
                <a:ext cx="672795" cy="685028"/>
              </a:xfrm>
              <a:prstGeom prst="ellipse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1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p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1000" dirty="0"/>
              </a:p>
            </p:txBody>
          </p:sp>
        </mc:Choice>
        <mc:Fallback xmlns=""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25051B22-A5AB-0245-9F2A-E2FB6F2E45C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6440" y="3623360"/>
                <a:ext cx="672795" cy="685028"/>
              </a:xfrm>
              <a:prstGeom prst="ellipse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5CE9E04F-F221-9846-AB0A-AF873718B5E2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519843" y="3623360"/>
                <a:ext cx="672795" cy="685028"/>
              </a:xfrm>
              <a:prstGeom prst="ellipse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𝜎</m:t>
                      </m:r>
                      <m:r>
                        <a:rPr lang="en-US" sz="1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sz="1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𝑧</m:t>
                      </m:r>
                      <m:r>
                        <a:rPr lang="en-US" sz="1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20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5CE9E04F-F221-9846-AB0A-AF873718B5E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9843" y="3623360"/>
                <a:ext cx="672795" cy="685028"/>
              </a:xfrm>
              <a:prstGeom prst="ellipse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6FEB33AB-0F7A-6240-99A8-5E1A515BC5FC}"/>
              </a:ext>
            </a:extLst>
          </p:cNvPr>
          <p:cNvCxnSpPr>
            <a:cxnSpLocks/>
            <a:stCxn id="26" idx="6"/>
            <a:endCxn id="27" idx="2"/>
          </p:cNvCxnSpPr>
          <p:nvPr/>
        </p:nvCxnSpPr>
        <p:spPr>
          <a:xfrm>
            <a:off x="2089235" y="3965874"/>
            <a:ext cx="430608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72F33E88-8726-7C46-8840-FFB6920A2957}"/>
              </a:ext>
            </a:extLst>
          </p:cNvPr>
          <p:cNvCxnSpPr>
            <a:cxnSpLocks/>
            <a:stCxn id="27" idx="6"/>
          </p:cNvCxnSpPr>
          <p:nvPr/>
        </p:nvCxnSpPr>
        <p:spPr>
          <a:xfrm>
            <a:off x="3192638" y="3965874"/>
            <a:ext cx="252699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9A21D7A2-FF6B-954D-9557-D2A31EA835B2}"/>
                  </a:ext>
                </a:extLst>
              </p:cNvPr>
              <p:cNvSpPr/>
              <p:nvPr/>
            </p:nvSpPr>
            <p:spPr>
              <a:xfrm>
                <a:off x="3445337" y="3827374"/>
                <a:ext cx="831253" cy="27699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=1)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9A21D7A2-FF6B-954D-9557-D2A31EA835B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45337" y="3827374"/>
                <a:ext cx="831253" cy="276999"/>
              </a:xfrm>
              <a:prstGeom prst="rect">
                <a:avLst/>
              </a:prstGeom>
              <a:blipFill>
                <a:blip r:embed="rId16"/>
                <a:stretch>
                  <a:fillRect b="-86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785FDEFF-6B9E-D440-B0F4-443BBCBF8A04}"/>
              </a:ext>
            </a:extLst>
          </p:cNvPr>
          <p:cNvCxnSpPr>
            <a:cxnSpLocks/>
          </p:cNvCxnSpPr>
          <p:nvPr/>
        </p:nvCxnSpPr>
        <p:spPr>
          <a:xfrm>
            <a:off x="1066347" y="3675217"/>
            <a:ext cx="350093" cy="12778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D7759293-817C-824A-9D74-921BE0A6BD9F}"/>
              </a:ext>
            </a:extLst>
          </p:cNvPr>
          <p:cNvCxnSpPr>
            <a:cxnSpLocks/>
          </p:cNvCxnSpPr>
          <p:nvPr/>
        </p:nvCxnSpPr>
        <p:spPr>
          <a:xfrm flipV="1">
            <a:off x="1101958" y="4243682"/>
            <a:ext cx="481434" cy="33458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3D1CB797-D9EE-184D-B6CA-FBD3586F6156}"/>
              </a:ext>
            </a:extLst>
          </p:cNvPr>
          <p:cNvCxnSpPr>
            <a:cxnSpLocks/>
          </p:cNvCxnSpPr>
          <p:nvPr/>
        </p:nvCxnSpPr>
        <p:spPr>
          <a:xfrm flipV="1">
            <a:off x="1086618" y="4082970"/>
            <a:ext cx="362817" cy="1912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C4276D61-D589-6B44-992F-EB2AE26BAEE1}"/>
              </a:ext>
            </a:extLst>
          </p:cNvPr>
          <p:cNvCxnSpPr>
            <a:cxnSpLocks/>
            <a:endCxn id="26" idx="2"/>
          </p:cNvCxnSpPr>
          <p:nvPr/>
        </p:nvCxnSpPr>
        <p:spPr>
          <a:xfrm>
            <a:off x="1066347" y="3965874"/>
            <a:ext cx="350093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A35969DE-816C-6849-9B83-B0F881356CDC}"/>
              </a:ext>
            </a:extLst>
          </p:cNvPr>
          <p:cNvCxnSpPr>
            <a:cxnSpLocks/>
          </p:cNvCxnSpPr>
          <p:nvPr/>
        </p:nvCxnSpPr>
        <p:spPr>
          <a:xfrm>
            <a:off x="1053212" y="3426566"/>
            <a:ext cx="511152" cy="22724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D38F85C7-BACD-684E-890B-F8E58FBA3894}"/>
                  </a:ext>
                </a:extLst>
              </p:cNvPr>
              <p:cNvSpPr txBox="1"/>
              <p:nvPr/>
            </p:nvSpPr>
            <p:spPr>
              <a:xfrm>
                <a:off x="737463" y="3202239"/>
                <a:ext cx="27122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D38F85C7-BACD-684E-890B-F8E58FBA38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7463" y="3202239"/>
                <a:ext cx="271220" cy="276999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0257DD1D-B07B-D248-95AF-3A8638A3CC11}"/>
                  </a:ext>
                </a:extLst>
              </p:cNvPr>
              <p:cNvSpPr txBox="1"/>
              <p:nvPr/>
            </p:nvSpPr>
            <p:spPr>
              <a:xfrm>
                <a:off x="742556" y="3479238"/>
                <a:ext cx="27122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0257DD1D-B07B-D248-95AF-3A8638A3CC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2556" y="3479238"/>
                <a:ext cx="271220" cy="276999"/>
              </a:xfrm>
              <a:prstGeom prst="rect">
                <a:avLst/>
              </a:prstGeom>
              <a:blipFill>
                <a:blip r:embed="rId18"/>
                <a:stretch>
                  <a:fillRect r="-45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AB36F766-35F4-F24A-947C-7984F9A49270}"/>
                  </a:ext>
                </a:extLst>
              </p:cNvPr>
              <p:cNvSpPr txBox="1"/>
              <p:nvPr/>
            </p:nvSpPr>
            <p:spPr>
              <a:xfrm>
                <a:off x="749123" y="3795767"/>
                <a:ext cx="27122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AB36F766-35F4-F24A-947C-7984F9A492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9123" y="3795767"/>
                <a:ext cx="271220" cy="276999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D7C79D1F-995A-BF41-B0B2-B22BE049DF2F}"/>
                  </a:ext>
                </a:extLst>
              </p:cNvPr>
              <p:cNvSpPr txBox="1"/>
              <p:nvPr/>
            </p:nvSpPr>
            <p:spPr>
              <a:xfrm>
                <a:off x="762779" y="4405428"/>
                <a:ext cx="271220" cy="2912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D7C79D1F-995A-BF41-B0B2-B22BE049DF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779" y="4405428"/>
                <a:ext cx="271220" cy="291298"/>
              </a:xfrm>
              <a:prstGeom prst="rect">
                <a:avLst/>
              </a:prstGeom>
              <a:blipFill>
                <a:blip r:embed="rId20"/>
                <a:stretch>
                  <a:fillRect r="-45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BDA28F6C-8FD3-AA41-9FE4-B3EEE4F364AD}"/>
                  </a:ext>
                </a:extLst>
              </p:cNvPr>
              <p:cNvSpPr txBox="1"/>
              <p:nvPr/>
            </p:nvSpPr>
            <p:spPr>
              <a:xfrm>
                <a:off x="749614" y="4088374"/>
                <a:ext cx="27122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 smtClean="0">
                          <a:latin typeface="Cambria Math" panose="02040503050406030204" pitchFamily="18" charset="0"/>
                        </a:rPr>
                        <m:t>…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BDA28F6C-8FD3-AA41-9FE4-B3EEE4F364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9614" y="4088374"/>
                <a:ext cx="271220" cy="276999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A831FDD1-32A3-0647-8FCD-62D189136A32}"/>
                  </a:ext>
                </a:extLst>
              </p:cNvPr>
              <p:cNvSpPr txBox="1"/>
              <p:nvPr/>
            </p:nvSpPr>
            <p:spPr>
              <a:xfrm>
                <a:off x="1132416" y="3215402"/>
                <a:ext cx="27122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A831FDD1-32A3-0647-8FCD-62D189136A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2416" y="3215402"/>
                <a:ext cx="271220" cy="276999"/>
              </a:xfrm>
              <a:prstGeom prst="rect">
                <a:avLst/>
              </a:prstGeom>
              <a:blipFill>
                <a:blip r:embed="rId22"/>
                <a:stretch>
                  <a:fillRect r="-13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F8F9711E-04D0-314D-861A-63D7D6C4897F}"/>
                  </a:ext>
                </a:extLst>
              </p:cNvPr>
              <p:cNvSpPr txBox="1"/>
              <p:nvPr/>
            </p:nvSpPr>
            <p:spPr>
              <a:xfrm>
                <a:off x="1082723" y="3478170"/>
                <a:ext cx="27122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F8F9711E-04D0-314D-861A-63D7D6C489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2723" y="3478170"/>
                <a:ext cx="271220" cy="276999"/>
              </a:xfrm>
              <a:prstGeom prst="rect">
                <a:avLst/>
              </a:prstGeom>
              <a:blipFill>
                <a:blip r:embed="rId23"/>
                <a:stretch>
                  <a:fillRect r="-90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8E576AB7-2B6F-BD46-BF19-8B5EC6A65C0D}"/>
                  </a:ext>
                </a:extLst>
              </p:cNvPr>
              <p:cNvSpPr txBox="1"/>
              <p:nvPr/>
            </p:nvSpPr>
            <p:spPr>
              <a:xfrm>
                <a:off x="1036719" y="3706171"/>
                <a:ext cx="27122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8E576AB7-2B6F-BD46-BF19-8B5EC6A65C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6719" y="3706171"/>
                <a:ext cx="271220" cy="276999"/>
              </a:xfrm>
              <a:prstGeom prst="rect">
                <a:avLst/>
              </a:prstGeom>
              <a:blipFill>
                <a:blip r:embed="rId24"/>
                <a:stretch>
                  <a:fillRect r="-86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5E8813CB-5C99-6E47-85B0-27D504B9B665}"/>
                  </a:ext>
                </a:extLst>
              </p:cNvPr>
              <p:cNvSpPr txBox="1"/>
              <p:nvPr/>
            </p:nvSpPr>
            <p:spPr>
              <a:xfrm>
                <a:off x="1013030" y="3943773"/>
                <a:ext cx="27122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…</m:t>
                          </m:r>
                        </m:sub>
                      </m:sSub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5E8813CB-5C99-6E47-85B0-27D504B9B6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3030" y="3943773"/>
                <a:ext cx="271220" cy="276999"/>
              </a:xfrm>
              <a:prstGeom prst="rect">
                <a:avLst/>
              </a:prstGeom>
              <a:blipFill>
                <a:blip r:embed="rId25"/>
                <a:stretch>
                  <a:fillRect r="-4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B06C8508-4B4E-B140-BC81-ED70B22B027B}"/>
                  </a:ext>
                </a:extLst>
              </p:cNvPr>
              <p:cNvSpPr txBox="1"/>
              <p:nvPr/>
            </p:nvSpPr>
            <p:spPr>
              <a:xfrm>
                <a:off x="1031034" y="4208215"/>
                <a:ext cx="271220" cy="2912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B06C8508-4B4E-B140-BC81-ED70B22B02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1034" y="4208215"/>
                <a:ext cx="271220" cy="291298"/>
              </a:xfrm>
              <a:prstGeom prst="rect">
                <a:avLst/>
              </a:prstGeom>
              <a:blipFill>
                <a:blip r:embed="rId26"/>
                <a:stretch>
                  <a:fillRect r="-13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29019B2E-5D4E-D044-B791-5C2FF7311547}"/>
                  </a:ext>
                </a:extLst>
              </p:cNvPr>
              <p:cNvSpPr txBox="1"/>
              <p:nvPr/>
            </p:nvSpPr>
            <p:spPr>
              <a:xfrm>
                <a:off x="2164491" y="3719259"/>
                <a:ext cx="27122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 smtClean="0">
                          <a:latin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29019B2E-5D4E-D044-B791-5C2FF73115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64491" y="3719259"/>
                <a:ext cx="271220" cy="276999"/>
              </a:xfrm>
              <a:prstGeom prst="rect">
                <a:avLst/>
              </a:prstGeom>
              <a:blipFill>
                <a:blip r:embed="rId2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7" name="TextBox 46">
            <a:extLst>
              <a:ext uri="{FF2B5EF4-FFF2-40B4-BE49-F238E27FC236}">
                <a16:creationId xmlns:a16="http://schemas.microsoft.com/office/drawing/2014/main" id="{9FA06B6E-6F7E-B447-9BE6-DDB15FE1D761}"/>
              </a:ext>
            </a:extLst>
          </p:cNvPr>
          <p:cNvSpPr txBox="1"/>
          <p:nvPr/>
        </p:nvSpPr>
        <p:spPr>
          <a:xfrm>
            <a:off x="762779" y="2343580"/>
            <a:ext cx="24298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u="sng" dirty="0"/>
              <a:t>Binary (2 classes)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4FA58F2F-825B-DE4B-8A5F-733E6DFDAA3D}"/>
              </a:ext>
            </a:extLst>
          </p:cNvPr>
          <p:cNvSpPr txBox="1"/>
          <p:nvPr/>
        </p:nvSpPr>
        <p:spPr>
          <a:xfrm>
            <a:off x="4863537" y="2342611"/>
            <a:ext cx="24298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u="sng" dirty="0"/>
              <a:t>Multiclass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4A51789E-945F-6448-8232-0CF679B8A8B7}"/>
                  </a:ext>
                </a:extLst>
              </p:cNvPr>
              <p:cNvSpPr txBox="1"/>
              <p:nvPr/>
            </p:nvSpPr>
            <p:spPr>
              <a:xfrm>
                <a:off x="4764246" y="4419744"/>
                <a:ext cx="271220" cy="2912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4A51789E-945F-6448-8232-0CF679B8A8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64246" y="4419744"/>
                <a:ext cx="271220" cy="291298"/>
              </a:xfrm>
              <a:prstGeom prst="rect">
                <a:avLst/>
              </a:prstGeom>
              <a:blipFill>
                <a:blip r:embed="rId28"/>
                <a:stretch>
                  <a:fillRect r="-45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2" name="TextBox 51">
            <a:extLst>
              <a:ext uri="{FF2B5EF4-FFF2-40B4-BE49-F238E27FC236}">
                <a16:creationId xmlns:a16="http://schemas.microsoft.com/office/drawing/2014/main" id="{D3DDFB3D-BE3C-B846-9D29-4DC0870D8B20}"/>
              </a:ext>
            </a:extLst>
          </p:cNvPr>
          <p:cNvSpPr txBox="1"/>
          <p:nvPr/>
        </p:nvSpPr>
        <p:spPr>
          <a:xfrm>
            <a:off x="5623407" y="3240405"/>
            <a:ext cx="139270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For each class k: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1F149870-1ED9-BA4D-9084-BB1206E0FEFA}"/>
                  </a:ext>
                </a:extLst>
              </p:cNvPr>
              <p:cNvSpPr txBox="1"/>
              <p:nvPr/>
            </p:nvSpPr>
            <p:spPr>
              <a:xfrm>
                <a:off x="5046494" y="3470710"/>
                <a:ext cx="271220" cy="28552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2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1F149870-1ED9-BA4D-9084-BB1206E0FE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46494" y="3470710"/>
                <a:ext cx="271220" cy="285527"/>
              </a:xfrm>
              <a:prstGeom prst="rect">
                <a:avLst/>
              </a:prstGeom>
              <a:blipFill>
                <a:blip r:embed="rId29"/>
                <a:stretch>
                  <a:fillRect r="-181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55E2AC80-57E1-4D40-9AD5-725761618B14}"/>
                  </a:ext>
                </a:extLst>
              </p:cNvPr>
              <p:cNvSpPr txBox="1"/>
              <p:nvPr/>
            </p:nvSpPr>
            <p:spPr>
              <a:xfrm>
                <a:off x="5021719" y="3726567"/>
                <a:ext cx="271220" cy="28552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2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55E2AC80-57E1-4D40-9AD5-725761618B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1719" y="3726567"/>
                <a:ext cx="271220" cy="285527"/>
              </a:xfrm>
              <a:prstGeom prst="rect">
                <a:avLst/>
              </a:prstGeom>
              <a:blipFill>
                <a:blip r:embed="rId30"/>
                <a:stretch>
                  <a:fillRect r="-181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8D506392-595F-A341-877C-C99411C675B7}"/>
                  </a:ext>
                </a:extLst>
              </p:cNvPr>
              <p:cNvSpPr txBox="1"/>
              <p:nvPr/>
            </p:nvSpPr>
            <p:spPr>
              <a:xfrm>
                <a:off x="4968355" y="3983170"/>
                <a:ext cx="271220" cy="28552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2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…</m:t>
                          </m:r>
                        </m:sup>
                      </m:sSubSup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8D506392-595F-A341-877C-C99411C675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68355" y="3983170"/>
                <a:ext cx="271220" cy="285527"/>
              </a:xfrm>
              <a:prstGeom prst="rect">
                <a:avLst/>
              </a:prstGeom>
              <a:blipFill>
                <a:blip r:embed="rId31"/>
                <a:stretch>
                  <a:fillRect r="-13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67F5F4DC-C2EB-0C46-AE8D-38404DF4F79B}"/>
                  </a:ext>
                </a:extLst>
              </p:cNvPr>
              <p:cNvSpPr txBox="1"/>
              <p:nvPr/>
            </p:nvSpPr>
            <p:spPr>
              <a:xfrm>
                <a:off x="5014304" y="4237573"/>
                <a:ext cx="271220" cy="29751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2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p>
                      </m:sSubSup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67F5F4DC-C2EB-0C46-AE8D-38404DF4F7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14304" y="4237573"/>
                <a:ext cx="271220" cy="297517"/>
              </a:xfrm>
              <a:prstGeom prst="rect">
                <a:avLst/>
              </a:prstGeom>
              <a:blipFill>
                <a:blip r:embed="rId32"/>
                <a:stretch>
                  <a:fillRect r="-181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9" name="Left Bracket 58">
            <a:extLst>
              <a:ext uri="{FF2B5EF4-FFF2-40B4-BE49-F238E27FC236}">
                <a16:creationId xmlns:a16="http://schemas.microsoft.com/office/drawing/2014/main" id="{00BDDBA2-F082-084E-A5D5-DEDC38927F19}"/>
              </a:ext>
            </a:extLst>
          </p:cNvPr>
          <p:cNvSpPr/>
          <p:nvPr/>
        </p:nvSpPr>
        <p:spPr>
          <a:xfrm>
            <a:off x="724309" y="3229718"/>
            <a:ext cx="45719" cy="1481324"/>
          </a:xfrm>
          <a:prstGeom prst="leftBracke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Right Bracket 59">
            <a:extLst>
              <a:ext uri="{FF2B5EF4-FFF2-40B4-BE49-F238E27FC236}">
                <a16:creationId xmlns:a16="http://schemas.microsoft.com/office/drawing/2014/main" id="{ECC9D943-D293-9043-94C3-BDBB7EE492BA}"/>
              </a:ext>
            </a:extLst>
          </p:cNvPr>
          <p:cNvSpPr/>
          <p:nvPr/>
        </p:nvSpPr>
        <p:spPr>
          <a:xfrm>
            <a:off x="995529" y="3229718"/>
            <a:ext cx="45719" cy="1481324"/>
          </a:xfrm>
          <a:prstGeom prst="rightBracke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B8F542F7-CCDC-4E48-940E-805AC5B3EA73}"/>
              </a:ext>
            </a:extLst>
          </p:cNvPr>
          <p:cNvSpPr txBox="1"/>
          <p:nvPr/>
        </p:nvSpPr>
        <p:spPr>
          <a:xfrm>
            <a:off x="749123" y="3012820"/>
            <a:ext cx="29407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i="1" dirty="0"/>
              <a:t>X</a:t>
            </a:r>
          </a:p>
        </p:txBody>
      </p:sp>
      <p:sp>
        <p:nvSpPr>
          <p:cNvPr id="62" name="Left Bracket 61">
            <a:extLst>
              <a:ext uri="{FF2B5EF4-FFF2-40B4-BE49-F238E27FC236}">
                <a16:creationId xmlns:a16="http://schemas.microsoft.com/office/drawing/2014/main" id="{6954FB89-0665-E44A-A9FF-20EB1892F5DA}"/>
              </a:ext>
            </a:extLst>
          </p:cNvPr>
          <p:cNvSpPr/>
          <p:nvPr/>
        </p:nvSpPr>
        <p:spPr>
          <a:xfrm>
            <a:off x="4729325" y="3274826"/>
            <a:ext cx="45719" cy="1481324"/>
          </a:xfrm>
          <a:prstGeom prst="leftBracke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Right Bracket 62">
            <a:extLst>
              <a:ext uri="{FF2B5EF4-FFF2-40B4-BE49-F238E27FC236}">
                <a16:creationId xmlns:a16="http://schemas.microsoft.com/office/drawing/2014/main" id="{210BD059-C5B3-A74D-8E94-5804F4BB40A5}"/>
              </a:ext>
            </a:extLst>
          </p:cNvPr>
          <p:cNvSpPr/>
          <p:nvPr/>
        </p:nvSpPr>
        <p:spPr>
          <a:xfrm>
            <a:off x="5000545" y="3274826"/>
            <a:ext cx="45719" cy="1481324"/>
          </a:xfrm>
          <a:prstGeom prst="rightBracke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5A5B627F-E4B9-0C46-9178-C0ECF61594FE}"/>
              </a:ext>
            </a:extLst>
          </p:cNvPr>
          <p:cNvSpPr txBox="1"/>
          <p:nvPr/>
        </p:nvSpPr>
        <p:spPr>
          <a:xfrm>
            <a:off x="4754139" y="3057928"/>
            <a:ext cx="29407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i="1" dirty="0"/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240988929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9E45FA-AACF-B140-857A-D99B8FD7BB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Softmax</a:t>
            </a:r>
            <a:r>
              <a:rPr lang="en-US" dirty="0"/>
              <a:t> regression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5C25BC-9DA8-7042-BAC4-FDC9A13B16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200151"/>
            <a:ext cx="4673235" cy="2387707"/>
          </a:xfrm>
        </p:spPr>
        <p:txBody>
          <a:bodyPr/>
          <a:lstStyle/>
          <a:p>
            <a:pPr>
              <a:spcAft>
                <a:spcPts val="400"/>
              </a:spcAft>
            </a:pPr>
            <a:r>
              <a:rPr lang="en-US" sz="1600" dirty="0"/>
              <a:t>In logistic regression we had a single set of weights </a:t>
            </a:r>
            <a:r>
              <a:rPr lang="en-US" sz="1600" i="1" dirty="0"/>
              <a:t>w</a:t>
            </a:r>
          </a:p>
          <a:p>
            <a:pPr>
              <a:spcAft>
                <a:spcPts val="400"/>
              </a:spcAft>
            </a:pPr>
            <a:r>
              <a:rPr lang="en-US" sz="1600" dirty="0"/>
              <a:t>In </a:t>
            </a:r>
            <a:r>
              <a:rPr lang="en-US" sz="1600" dirty="0" err="1"/>
              <a:t>softmax</a:t>
            </a:r>
            <a:r>
              <a:rPr lang="en-US" sz="1600" dirty="0"/>
              <a:t> regression we have a set of weights for each class: </a:t>
            </a:r>
            <a:r>
              <a:rPr lang="en-US" sz="1600" i="1" dirty="0" err="1"/>
              <a:t>w</a:t>
            </a:r>
            <a:r>
              <a:rPr lang="en-US" sz="1600" i="1" baseline="-25000" dirty="0" err="1"/>
              <a:t>k</a:t>
            </a:r>
            <a:endParaRPr lang="en-US" sz="1600" i="1" baseline="-25000" dirty="0"/>
          </a:p>
          <a:p>
            <a:pPr>
              <a:spcAft>
                <a:spcPts val="400"/>
              </a:spcAft>
            </a:pPr>
            <a:r>
              <a:rPr lang="en-US" sz="1600" dirty="0"/>
              <a:t>We multiple the weights by </a:t>
            </a:r>
            <a:r>
              <a:rPr lang="en-US" sz="1600" i="1" dirty="0"/>
              <a:t>x</a:t>
            </a:r>
            <a:r>
              <a:rPr lang="en-US" sz="1600" dirty="0"/>
              <a:t> to get a “score” </a:t>
            </a:r>
            <a:r>
              <a:rPr lang="en-US" sz="1600" i="1" dirty="0"/>
              <a:t>z</a:t>
            </a:r>
            <a:r>
              <a:rPr lang="en-US" sz="1600" dirty="0"/>
              <a:t> for each class</a:t>
            </a:r>
          </a:p>
          <a:p>
            <a:pPr>
              <a:spcAft>
                <a:spcPts val="400"/>
              </a:spcAft>
            </a:pPr>
            <a:r>
              <a:rPr lang="en-US" sz="1600" dirty="0"/>
              <a:t>We then apply the </a:t>
            </a:r>
            <a:r>
              <a:rPr lang="en-US" sz="1600" dirty="0" err="1"/>
              <a:t>softmax</a:t>
            </a:r>
            <a:r>
              <a:rPr lang="en-US" sz="1600" dirty="0"/>
              <a:t> function to normalize the scores so that they sum to 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03954FEA-1319-084E-98A4-8DA4DA27396D}"/>
                  </a:ext>
                </a:extLst>
              </p:cNvPr>
              <p:cNvSpPr/>
              <p:nvPr/>
            </p:nvSpPr>
            <p:spPr>
              <a:xfrm>
                <a:off x="613824" y="4016646"/>
                <a:ext cx="2694777" cy="73609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𝑠𝑜𝑓𝑡𝑚𝑎𝑥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sup>
                          </m:sSup>
                        </m:num>
                        <m:den>
                          <m:nary>
                            <m:naryPr>
                              <m:chr m:val="∑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</m:sSub>
                                </m:sup>
                              </m:sSup>
                            </m:e>
                          </m:nary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03954FEA-1319-084E-98A4-8DA4DA27396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3824" y="4016646"/>
                <a:ext cx="2694777" cy="736099"/>
              </a:xfrm>
              <a:prstGeom prst="rect">
                <a:avLst/>
              </a:prstGeom>
              <a:blipFill>
                <a:blip r:embed="rId2"/>
                <a:stretch>
                  <a:fillRect t="-13559" b="-7796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9B20A81E-1C06-4D46-AD27-EEA10A612092}"/>
                  </a:ext>
                </a:extLst>
              </p:cNvPr>
              <p:cNvSpPr/>
              <p:nvPr/>
            </p:nvSpPr>
            <p:spPr>
              <a:xfrm>
                <a:off x="3778564" y="3995802"/>
                <a:ext cx="4345870" cy="86312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 </m:t>
                      </m:r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𝑠𝑜𝑓𝑡𝑚𝑎𝑥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</m:sub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bSup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sSubSup>
                                <m:sSub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bSup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sup>
                          </m:sSup>
                        </m:num>
                        <m:den>
                          <m:nary>
                            <m:naryPr>
                              <m:chr m:val="∑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sSubSup>
                                    <m:sSub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𝑤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  <m: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𝑇</m:t>
                                      </m:r>
                                    </m:sup>
                                  </m:sSubSup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sup>
                              </m:sSup>
                            </m:e>
                          </m:nary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9B20A81E-1C06-4D46-AD27-EEA10A61209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78564" y="3995802"/>
                <a:ext cx="4345870" cy="863121"/>
              </a:xfrm>
              <a:prstGeom prst="rect">
                <a:avLst/>
              </a:prstGeom>
              <a:blipFill>
                <a:blip r:embed="rId3"/>
                <a:stretch>
                  <a:fillRect b="-681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Rectangle 27">
            <a:extLst>
              <a:ext uri="{FF2B5EF4-FFF2-40B4-BE49-F238E27FC236}">
                <a16:creationId xmlns:a16="http://schemas.microsoft.com/office/drawing/2014/main" id="{AE248C82-FA9F-254D-951F-43B1810031B5}"/>
              </a:ext>
            </a:extLst>
          </p:cNvPr>
          <p:cNvSpPr/>
          <p:nvPr/>
        </p:nvSpPr>
        <p:spPr>
          <a:xfrm>
            <a:off x="457198" y="3617781"/>
            <a:ext cx="830541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 “prediction” is the class with the highest score, or all scores above a threshold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Oval 29">
                <a:extLst>
                  <a:ext uri="{FF2B5EF4-FFF2-40B4-BE49-F238E27FC236}">
                    <a16:creationId xmlns:a16="http://schemas.microsoft.com/office/drawing/2014/main" id="{D078ECDB-FD1A-0441-88CD-63CC8F55B012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131964" y="1933828"/>
                <a:ext cx="763236" cy="685028"/>
              </a:xfrm>
              <a:prstGeom prst="ellipse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sz="10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bSup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1000" dirty="0"/>
              </a:p>
            </p:txBody>
          </p:sp>
        </mc:Choice>
        <mc:Fallback xmlns="">
          <p:sp>
            <p:nvSpPr>
              <p:cNvPr id="30" name="Oval 29">
                <a:extLst>
                  <a:ext uri="{FF2B5EF4-FFF2-40B4-BE49-F238E27FC236}">
                    <a16:creationId xmlns:a16="http://schemas.microsoft.com/office/drawing/2014/main" id="{D078ECDB-FD1A-0441-88CD-63CC8F55B01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31964" y="1933828"/>
                <a:ext cx="763236" cy="685028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Oval 30">
                <a:extLst>
                  <a:ext uri="{FF2B5EF4-FFF2-40B4-BE49-F238E27FC236}">
                    <a16:creationId xmlns:a16="http://schemas.microsoft.com/office/drawing/2014/main" id="{B26CA64C-9461-A341-8A44-DF89B9607167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235367" y="1933828"/>
                <a:ext cx="728884" cy="685028"/>
              </a:xfrm>
              <a:prstGeom prst="ellipse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r>
                  <a:rPr lang="en-US" sz="12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𝑠𝑚</m:t>
                    </m:r>
                    <m:r>
                      <a:rPr lang="en-US" sz="1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12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sz="1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120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1" name="Oval 30">
                <a:extLst>
                  <a:ext uri="{FF2B5EF4-FFF2-40B4-BE49-F238E27FC236}">
                    <a16:creationId xmlns:a16="http://schemas.microsoft.com/office/drawing/2014/main" id="{B26CA64C-9461-A341-8A44-DF89B960716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5367" y="1933828"/>
                <a:ext cx="728884" cy="685028"/>
              </a:xfrm>
              <a:prstGeom prst="ellipse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1F3D1699-93A7-6641-8D39-B324E9DA992F}"/>
              </a:ext>
            </a:extLst>
          </p:cNvPr>
          <p:cNvCxnSpPr>
            <a:cxnSpLocks/>
            <a:stCxn id="30" idx="6"/>
            <a:endCxn id="31" idx="2"/>
          </p:cNvCxnSpPr>
          <p:nvPr/>
        </p:nvCxnSpPr>
        <p:spPr>
          <a:xfrm>
            <a:off x="6895200" y="2276342"/>
            <a:ext cx="340167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646C38EF-F599-C34B-BC12-11CF952BFE02}"/>
              </a:ext>
            </a:extLst>
          </p:cNvPr>
          <p:cNvCxnSpPr>
            <a:cxnSpLocks/>
            <a:stCxn id="31" idx="6"/>
          </p:cNvCxnSpPr>
          <p:nvPr/>
        </p:nvCxnSpPr>
        <p:spPr>
          <a:xfrm>
            <a:off x="7964251" y="2276342"/>
            <a:ext cx="19661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DC85ED13-A447-F24D-9548-D13DAA705EBE}"/>
                  </a:ext>
                </a:extLst>
              </p:cNvPr>
              <p:cNvSpPr/>
              <p:nvPr/>
            </p:nvSpPr>
            <p:spPr>
              <a:xfrm>
                <a:off x="8160861" y="2137842"/>
                <a:ext cx="835742" cy="27699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DC85ED13-A447-F24D-9548-D13DAA705EB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60861" y="2137842"/>
                <a:ext cx="835742" cy="276999"/>
              </a:xfrm>
              <a:prstGeom prst="rect">
                <a:avLst/>
              </a:prstGeom>
              <a:blipFill>
                <a:blip r:embed="rId6"/>
                <a:stretch>
                  <a:fillRect b="-86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F6C2AB96-896B-9744-AF72-0896ED1AD536}"/>
              </a:ext>
            </a:extLst>
          </p:cNvPr>
          <p:cNvCxnSpPr>
            <a:cxnSpLocks/>
          </p:cNvCxnSpPr>
          <p:nvPr/>
        </p:nvCxnSpPr>
        <p:spPr>
          <a:xfrm>
            <a:off x="5781871" y="1985685"/>
            <a:ext cx="350093" cy="12778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B1C2BFD4-C0E2-944E-85EE-A2C7A1471F96}"/>
              </a:ext>
            </a:extLst>
          </p:cNvPr>
          <p:cNvCxnSpPr>
            <a:cxnSpLocks/>
          </p:cNvCxnSpPr>
          <p:nvPr/>
        </p:nvCxnSpPr>
        <p:spPr>
          <a:xfrm flipV="1">
            <a:off x="5817482" y="2554150"/>
            <a:ext cx="481434" cy="33458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B52ECF6D-3B22-684D-A23D-505491990BA3}"/>
              </a:ext>
            </a:extLst>
          </p:cNvPr>
          <p:cNvCxnSpPr>
            <a:cxnSpLocks/>
          </p:cNvCxnSpPr>
          <p:nvPr/>
        </p:nvCxnSpPr>
        <p:spPr>
          <a:xfrm flipV="1">
            <a:off x="5802142" y="2393438"/>
            <a:ext cx="362817" cy="1912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419903A6-7CB8-B745-886A-7D48113BFE68}"/>
              </a:ext>
            </a:extLst>
          </p:cNvPr>
          <p:cNvCxnSpPr>
            <a:cxnSpLocks/>
            <a:endCxn id="30" idx="2"/>
          </p:cNvCxnSpPr>
          <p:nvPr/>
        </p:nvCxnSpPr>
        <p:spPr>
          <a:xfrm>
            <a:off x="5781871" y="2276342"/>
            <a:ext cx="350093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CA6D444B-E615-5B4E-A416-ABBD13F16263}"/>
              </a:ext>
            </a:extLst>
          </p:cNvPr>
          <p:cNvCxnSpPr>
            <a:cxnSpLocks/>
          </p:cNvCxnSpPr>
          <p:nvPr/>
        </p:nvCxnSpPr>
        <p:spPr>
          <a:xfrm>
            <a:off x="5768736" y="1737034"/>
            <a:ext cx="511152" cy="22724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FE88DAD7-3C89-594B-A992-D2D8430BD079}"/>
                  </a:ext>
                </a:extLst>
              </p:cNvPr>
              <p:cNvSpPr txBox="1"/>
              <p:nvPr/>
            </p:nvSpPr>
            <p:spPr>
              <a:xfrm>
                <a:off x="5452987" y="1512707"/>
                <a:ext cx="27122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FE88DAD7-3C89-594B-A992-D2D8430BD0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52987" y="1512707"/>
                <a:ext cx="271220" cy="276999"/>
              </a:xfrm>
              <a:prstGeom prst="rect">
                <a:avLst/>
              </a:prstGeom>
              <a:blipFill>
                <a:blip r:embed="rId7"/>
                <a:stretch>
                  <a:fillRect r="-45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A15FA56B-48D9-C546-9C2C-F00294B9F98B}"/>
                  </a:ext>
                </a:extLst>
              </p:cNvPr>
              <p:cNvSpPr txBox="1"/>
              <p:nvPr/>
            </p:nvSpPr>
            <p:spPr>
              <a:xfrm>
                <a:off x="5437532" y="1789706"/>
                <a:ext cx="27122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A15FA56B-48D9-C546-9C2C-F00294B9F9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37532" y="1789706"/>
                <a:ext cx="271220" cy="276999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BC709CC4-D2BF-7B43-81DA-2B3311301C23}"/>
                  </a:ext>
                </a:extLst>
              </p:cNvPr>
              <p:cNvSpPr txBox="1"/>
              <p:nvPr/>
            </p:nvSpPr>
            <p:spPr>
              <a:xfrm>
                <a:off x="5444099" y="2106235"/>
                <a:ext cx="27122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BC709CC4-D2BF-7B43-81DA-2B3311301C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44099" y="2106235"/>
                <a:ext cx="271220" cy="276999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F0914E4D-FA62-AF45-8F32-D2B4480CFB7A}"/>
                  </a:ext>
                </a:extLst>
              </p:cNvPr>
              <p:cNvSpPr txBox="1"/>
              <p:nvPr/>
            </p:nvSpPr>
            <p:spPr>
              <a:xfrm>
                <a:off x="5444590" y="2398842"/>
                <a:ext cx="27122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 smtClean="0">
                          <a:latin typeface="Cambria Math" panose="02040503050406030204" pitchFamily="18" charset="0"/>
                        </a:rPr>
                        <m:t>…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F0914E4D-FA62-AF45-8F32-D2B4480CFB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44590" y="2398842"/>
                <a:ext cx="271220" cy="276999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0C07709F-7CBD-244A-864D-8C0C9A16E076}"/>
                  </a:ext>
                </a:extLst>
              </p:cNvPr>
              <p:cNvSpPr txBox="1"/>
              <p:nvPr/>
            </p:nvSpPr>
            <p:spPr>
              <a:xfrm>
                <a:off x="5795116" y="1535562"/>
                <a:ext cx="271220" cy="28552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2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p>
                      </m:sSubSup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0C07709F-7CBD-244A-864D-8C0C9A16E0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95116" y="1535562"/>
                <a:ext cx="271220" cy="285527"/>
              </a:xfrm>
              <a:prstGeom prst="rect">
                <a:avLst/>
              </a:prstGeom>
              <a:blipFill>
                <a:blip r:embed="rId11"/>
                <a:stretch>
                  <a:fillRect r="-181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1569F333-0E8A-4547-899D-4C8A3A3CC509}"/>
                  </a:ext>
                </a:extLst>
              </p:cNvPr>
              <p:cNvSpPr txBox="1"/>
              <p:nvPr/>
            </p:nvSpPr>
            <p:spPr>
              <a:xfrm>
                <a:off x="6886362" y="2002209"/>
                <a:ext cx="27122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1569F333-0E8A-4547-899D-4C8A3A3CC5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86362" y="2002209"/>
                <a:ext cx="271220" cy="276999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FA413B89-93B7-0F4E-8E2B-C3D8A0C17A8E}"/>
                  </a:ext>
                </a:extLst>
              </p:cNvPr>
              <p:cNvSpPr txBox="1"/>
              <p:nvPr/>
            </p:nvSpPr>
            <p:spPr>
              <a:xfrm>
                <a:off x="5461572" y="2721441"/>
                <a:ext cx="271220" cy="2912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FA413B89-93B7-0F4E-8E2B-C3D8A0C17A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1572" y="2721441"/>
                <a:ext cx="271220" cy="291298"/>
              </a:xfrm>
              <a:prstGeom prst="rect">
                <a:avLst/>
              </a:prstGeom>
              <a:blipFill>
                <a:blip r:embed="rId13"/>
                <a:stretch>
                  <a:fillRect r="-45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7" name="TextBox 46">
            <a:extLst>
              <a:ext uri="{FF2B5EF4-FFF2-40B4-BE49-F238E27FC236}">
                <a16:creationId xmlns:a16="http://schemas.microsoft.com/office/drawing/2014/main" id="{E2BFC1C8-B3FE-D040-85A3-E7F328E7062A}"/>
              </a:ext>
            </a:extLst>
          </p:cNvPr>
          <p:cNvSpPr txBox="1"/>
          <p:nvPr/>
        </p:nvSpPr>
        <p:spPr>
          <a:xfrm>
            <a:off x="6368929" y="1438023"/>
            <a:ext cx="151343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For each class k: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49D5C809-0FA8-1D43-AE58-4E9C9536D148}"/>
                  </a:ext>
                </a:extLst>
              </p:cNvPr>
              <p:cNvSpPr txBox="1"/>
              <p:nvPr/>
            </p:nvSpPr>
            <p:spPr>
              <a:xfrm>
                <a:off x="5743820" y="1772407"/>
                <a:ext cx="271220" cy="28552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2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49D5C809-0FA8-1D43-AE58-4E9C9536D1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43820" y="1772407"/>
                <a:ext cx="271220" cy="285527"/>
              </a:xfrm>
              <a:prstGeom prst="rect">
                <a:avLst/>
              </a:prstGeom>
              <a:blipFill>
                <a:blip r:embed="rId14"/>
                <a:stretch>
                  <a:fillRect r="-181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B31219A2-76E5-C54C-9F74-E0D366EE83B0}"/>
                  </a:ext>
                </a:extLst>
              </p:cNvPr>
              <p:cNvSpPr txBox="1"/>
              <p:nvPr/>
            </p:nvSpPr>
            <p:spPr>
              <a:xfrm>
                <a:off x="5719045" y="2028264"/>
                <a:ext cx="271220" cy="28552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2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B31219A2-76E5-C54C-9F74-E0D366EE83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9045" y="2028264"/>
                <a:ext cx="271220" cy="285527"/>
              </a:xfrm>
              <a:prstGeom prst="rect">
                <a:avLst/>
              </a:prstGeom>
              <a:blipFill>
                <a:blip r:embed="rId15"/>
                <a:stretch>
                  <a:fillRect r="-181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BA8AA994-CA4B-8F4A-84FE-4903CEDF1DF8}"/>
                  </a:ext>
                </a:extLst>
              </p:cNvPr>
              <p:cNvSpPr txBox="1"/>
              <p:nvPr/>
            </p:nvSpPr>
            <p:spPr>
              <a:xfrm>
                <a:off x="5665681" y="2284867"/>
                <a:ext cx="271220" cy="28552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2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…</m:t>
                          </m:r>
                        </m:sup>
                      </m:sSubSup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BA8AA994-CA4B-8F4A-84FE-4903CEDF1D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65681" y="2284867"/>
                <a:ext cx="271220" cy="285527"/>
              </a:xfrm>
              <a:prstGeom prst="rect">
                <a:avLst/>
              </a:prstGeom>
              <a:blipFill>
                <a:blip r:embed="rId16"/>
                <a:stretch>
                  <a:fillRect r="-13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428EEE39-54E0-9742-8C4E-CA522734954B}"/>
                  </a:ext>
                </a:extLst>
              </p:cNvPr>
              <p:cNvSpPr txBox="1"/>
              <p:nvPr/>
            </p:nvSpPr>
            <p:spPr>
              <a:xfrm>
                <a:off x="5711630" y="2539270"/>
                <a:ext cx="271220" cy="29751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2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p>
                      </m:sSubSup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428EEE39-54E0-9742-8C4E-CA52273495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1630" y="2539270"/>
                <a:ext cx="271220" cy="297517"/>
              </a:xfrm>
              <a:prstGeom prst="rect">
                <a:avLst/>
              </a:prstGeom>
              <a:blipFill>
                <a:blip r:embed="rId17"/>
                <a:stretch>
                  <a:fillRect r="-227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2" name="Left Bracket 51">
            <a:extLst>
              <a:ext uri="{FF2B5EF4-FFF2-40B4-BE49-F238E27FC236}">
                <a16:creationId xmlns:a16="http://schemas.microsoft.com/office/drawing/2014/main" id="{2AD12164-4F84-A440-A1A9-2A210343A21B}"/>
              </a:ext>
            </a:extLst>
          </p:cNvPr>
          <p:cNvSpPr/>
          <p:nvPr/>
        </p:nvSpPr>
        <p:spPr>
          <a:xfrm>
            <a:off x="5426651" y="1576523"/>
            <a:ext cx="45719" cy="1481324"/>
          </a:xfrm>
          <a:prstGeom prst="leftBracke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Right Bracket 52">
            <a:extLst>
              <a:ext uri="{FF2B5EF4-FFF2-40B4-BE49-F238E27FC236}">
                <a16:creationId xmlns:a16="http://schemas.microsoft.com/office/drawing/2014/main" id="{F5F11610-2708-0D4D-9A54-685364A060BF}"/>
              </a:ext>
            </a:extLst>
          </p:cNvPr>
          <p:cNvSpPr/>
          <p:nvPr/>
        </p:nvSpPr>
        <p:spPr>
          <a:xfrm>
            <a:off x="5697871" y="1576523"/>
            <a:ext cx="45719" cy="1481324"/>
          </a:xfrm>
          <a:prstGeom prst="rightBracke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AD879CFE-FCD1-8442-AE96-241B02D0FB4C}"/>
              </a:ext>
            </a:extLst>
          </p:cNvPr>
          <p:cNvSpPr txBox="1"/>
          <p:nvPr/>
        </p:nvSpPr>
        <p:spPr>
          <a:xfrm>
            <a:off x="5451465" y="1359625"/>
            <a:ext cx="29407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i="1" dirty="0"/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250905159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6CD57A-70C5-F146-9C12-71747ABB2F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Softmax</a:t>
            </a:r>
            <a:r>
              <a:rPr lang="en-US" dirty="0"/>
              <a:t> regression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CBC99DAD-6C60-A94C-A278-2F8C6973168D}"/>
              </a:ext>
            </a:extLst>
          </p:cNvPr>
          <p:cNvGrpSpPr/>
          <p:nvPr/>
        </p:nvGrpSpPr>
        <p:grpSpPr>
          <a:xfrm>
            <a:off x="2787335" y="1176956"/>
            <a:ext cx="3785395" cy="1144322"/>
            <a:chOff x="2769228" y="1312519"/>
            <a:chExt cx="3785395" cy="170120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Oval 3">
                  <a:extLst>
                    <a:ext uri="{FF2B5EF4-FFF2-40B4-BE49-F238E27FC236}">
                      <a16:creationId xmlns:a16="http://schemas.microsoft.com/office/drawing/2014/main" id="{8F377DF5-5E3E-B94C-9950-1AFE4C8E4D21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3474541" y="1886722"/>
                  <a:ext cx="763236" cy="685028"/>
                </a:xfrm>
                <a:prstGeom prst="ellipse">
                  <a:avLst/>
                </a:prstGeom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lIns="0" rIns="0"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9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900" b="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sz="900" b="0" i="1" smtClean="0">
                                <a:latin typeface="Cambria Math" panose="02040503050406030204" pitchFamily="18" charset="0"/>
                              </a:rPr>
                              <m:t>𝑑𝑜𝑔</m:t>
                            </m:r>
                          </m:sub>
                        </m:sSub>
                        <m:r>
                          <a:rPr lang="en-US" sz="9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sSubSup>
                          <m:sSubSupPr>
                            <m:ctrlPr>
                              <a:rPr lang="en-US" sz="900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900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sz="9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  <m:sup>
                            <m:r>
                              <a:rPr lang="en-US" sz="900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bSup>
                        <m:r>
                          <a:rPr lang="en-US" sz="9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m:oMathPara>
                  </a14:m>
                  <a:endParaRPr lang="en-US" sz="900" dirty="0"/>
                </a:p>
              </p:txBody>
            </p:sp>
          </mc:Choice>
          <mc:Fallback xmlns="">
            <p:sp>
              <p:nvSpPr>
                <p:cNvPr id="4" name="Oval 3">
                  <a:extLst>
                    <a:ext uri="{FF2B5EF4-FFF2-40B4-BE49-F238E27FC236}">
                      <a16:creationId xmlns:a16="http://schemas.microsoft.com/office/drawing/2014/main" id="{8F377DF5-5E3E-B94C-9950-1AFE4C8E4D2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74541" y="1886722"/>
                  <a:ext cx="763236" cy="685028"/>
                </a:xfrm>
                <a:prstGeom prst="ellipse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Oval 4">
                  <a:extLst>
                    <a:ext uri="{FF2B5EF4-FFF2-40B4-BE49-F238E27FC236}">
                      <a16:creationId xmlns:a16="http://schemas.microsoft.com/office/drawing/2014/main" id="{50B52CA3-7576-2845-B38F-0438E78B142C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4577944" y="1886722"/>
                  <a:ext cx="728884" cy="685028"/>
                </a:xfrm>
                <a:prstGeom prst="ellipse">
                  <a:avLst/>
                </a:prstGeom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lIns="0" rIns="0"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𝑠𝑜𝑓𝑡𝑚𝑎𝑥</m:t>
                        </m:r>
                      </m:oMath>
                    </m:oMathPara>
                  </a14:m>
                  <a:endParaRPr lang="en-US" sz="1100" b="0" i="1" dirty="0">
                    <a:latin typeface="Cambria Math" panose="02040503050406030204" pitchFamily="18" charset="0"/>
                    <a:ea typeface="Cambria Math" panose="02040503050406030204" pitchFamily="18" charset="0"/>
                  </a:endParaRPr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1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sz="11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1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sz="11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𝑑𝑜𝑔</m:t>
                            </m:r>
                          </m:sub>
                        </m:sSub>
                        <m:r>
                          <a:rPr lang="en-US" sz="11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sz="1100" i="1" dirty="0">
                    <a:latin typeface="Cambria Math" panose="02040503050406030204" pitchFamily="18" charset="0"/>
                    <a:ea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5" name="Oval 4">
                  <a:extLst>
                    <a:ext uri="{FF2B5EF4-FFF2-40B4-BE49-F238E27FC236}">
                      <a16:creationId xmlns:a16="http://schemas.microsoft.com/office/drawing/2014/main" id="{50B52CA3-7576-2845-B38F-0438E78B142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77944" y="1886722"/>
                  <a:ext cx="728884" cy="685028"/>
                </a:xfrm>
                <a:prstGeom prst="ellipse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53E487B0-D8B8-B941-91CF-46F5C9CCE4E0}"/>
                </a:ext>
              </a:extLst>
            </p:cNvPr>
            <p:cNvCxnSpPr>
              <a:cxnSpLocks/>
              <a:stCxn id="4" idx="6"/>
              <a:endCxn id="5" idx="2"/>
            </p:cNvCxnSpPr>
            <p:nvPr/>
          </p:nvCxnSpPr>
          <p:spPr>
            <a:xfrm>
              <a:off x="4237777" y="2229236"/>
              <a:ext cx="340167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3A996FFD-7380-2B44-B783-3337EE76F494}"/>
                </a:ext>
              </a:extLst>
            </p:cNvPr>
            <p:cNvCxnSpPr>
              <a:cxnSpLocks/>
              <a:stCxn id="5" idx="6"/>
            </p:cNvCxnSpPr>
            <p:nvPr/>
          </p:nvCxnSpPr>
          <p:spPr>
            <a:xfrm>
              <a:off x="5306828" y="2229236"/>
              <a:ext cx="196610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Rectangle 7">
                  <a:extLst>
                    <a:ext uri="{FF2B5EF4-FFF2-40B4-BE49-F238E27FC236}">
                      <a16:creationId xmlns:a16="http://schemas.microsoft.com/office/drawing/2014/main" id="{BB4AFC0C-0029-CB4F-8D3A-72F5FBFBC7BD}"/>
                    </a:ext>
                  </a:extLst>
                </p:cNvPr>
                <p:cNvSpPr/>
                <p:nvPr/>
              </p:nvSpPr>
              <p:spPr>
                <a:xfrm>
                  <a:off x="5503438" y="2090737"/>
                  <a:ext cx="1051185" cy="323304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100" i="1" smtClean="0"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US" sz="11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11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sz="1100" b="0" i="1" smtClean="0">
                            <a:latin typeface="Cambria Math" panose="02040503050406030204" pitchFamily="18" charset="0"/>
                          </a:rPr>
                          <m:t>=“</m:t>
                        </m:r>
                        <m:r>
                          <a:rPr lang="en-US" sz="1100" b="0" i="1" smtClean="0">
                            <a:latin typeface="Cambria Math" panose="02040503050406030204" pitchFamily="18" charset="0"/>
                          </a:rPr>
                          <m:t>𝑑𝑜𝑔</m:t>
                        </m:r>
                        <m:r>
                          <a:rPr lang="en-US" sz="1100" b="0" i="1" smtClean="0">
                            <a:latin typeface="Cambria Math" panose="02040503050406030204" pitchFamily="18" charset="0"/>
                          </a:rPr>
                          <m:t>”)</m:t>
                        </m:r>
                      </m:oMath>
                    </m:oMathPara>
                  </a14:m>
                  <a:endParaRPr lang="en-US" sz="1100" dirty="0"/>
                </a:p>
              </p:txBody>
            </p:sp>
          </mc:Choice>
          <mc:Fallback xmlns="">
            <p:sp>
              <p:nvSpPr>
                <p:cNvPr id="8" name="Rectangle 7">
                  <a:extLst>
                    <a:ext uri="{FF2B5EF4-FFF2-40B4-BE49-F238E27FC236}">
                      <a16:creationId xmlns:a16="http://schemas.microsoft.com/office/drawing/2014/main" id="{BB4AFC0C-0029-CB4F-8D3A-72F5FBFBC7B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03438" y="2090737"/>
                  <a:ext cx="1051185" cy="323304"/>
                </a:xfrm>
                <a:prstGeom prst="rect">
                  <a:avLst/>
                </a:prstGeom>
                <a:blipFill>
                  <a:blip r:embed="rId4"/>
                  <a:stretch>
                    <a:fillRect b="-2105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9E99F2AB-2E7D-064D-B0F2-17C7B5A01568}"/>
                </a:ext>
              </a:extLst>
            </p:cNvPr>
            <p:cNvCxnSpPr>
              <a:cxnSpLocks/>
            </p:cNvCxnSpPr>
            <p:nvPr/>
          </p:nvCxnSpPr>
          <p:spPr>
            <a:xfrm>
              <a:off x="3124448" y="1938579"/>
              <a:ext cx="350093" cy="127788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50ED394D-0D3A-A54C-87CF-03CD46D2CBD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160059" y="2507044"/>
              <a:ext cx="481434" cy="33458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7B4ED66B-C2E1-3E47-B666-17B469052AA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144719" y="2346332"/>
              <a:ext cx="362817" cy="19120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3826C9A7-D50C-3343-A577-05CB3D4250E6}"/>
                </a:ext>
              </a:extLst>
            </p:cNvPr>
            <p:cNvCxnSpPr>
              <a:cxnSpLocks/>
              <a:endCxn id="4" idx="2"/>
            </p:cNvCxnSpPr>
            <p:nvPr/>
          </p:nvCxnSpPr>
          <p:spPr>
            <a:xfrm>
              <a:off x="3124448" y="2229236"/>
              <a:ext cx="350093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715DF21F-1111-AF4A-A966-C0E41DE4B54A}"/>
                </a:ext>
              </a:extLst>
            </p:cNvPr>
            <p:cNvCxnSpPr>
              <a:cxnSpLocks/>
            </p:cNvCxnSpPr>
            <p:nvPr/>
          </p:nvCxnSpPr>
          <p:spPr>
            <a:xfrm>
              <a:off x="3111313" y="1689928"/>
              <a:ext cx="511152" cy="227243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A1072E81-3A01-E946-9976-D47235B1421B}"/>
                    </a:ext>
                  </a:extLst>
                </p:cNvPr>
                <p:cNvSpPr txBox="1"/>
                <p:nvPr/>
              </p:nvSpPr>
              <p:spPr>
                <a:xfrm>
                  <a:off x="2795564" y="1465601"/>
                  <a:ext cx="271220" cy="32330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1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1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1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US" sz="1100" dirty="0"/>
                </a:p>
              </p:txBody>
            </p:sp>
          </mc:Choice>
          <mc:Fallback xmlns="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A1072E81-3A01-E946-9976-D47235B1421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95564" y="1465601"/>
                  <a:ext cx="271220" cy="323304"/>
                </a:xfrm>
                <a:prstGeom prst="rect">
                  <a:avLst/>
                </a:prstGeom>
                <a:blipFill>
                  <a:blip r:embed="rId5"/>
                  <a:stretch>
                    <a:fillRect b="-1052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DACCBBFB-3311-0A41-B981-4F782A0D7CF8}"/>
                    </a:ext>
                  </a:extLst>
                </p:cNvPr>
                <p:cNvSpPr txBox="1"/>
                <p:nvPr/>
              </p:nvSpPr>
              <p:spPr>
                <a:xfrm>
                  <a:off x="2780109" y="1742600"/>
                  <a:ext cx="271220" cy="32330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1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1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1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1100" dirty="0"/>
                </a:p>
              </p:txBody>
            </p:sp>
          </mc:Choice>
          <mc:Fallback xmlns="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DACCBBFB-3311-0A41-B981-4F782A0D7CF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80109" y="1742600"/>
                  <a:ext cx="271220" cy="323304"/>
                </a:xfrm>
                <a:prstGeom prst="rect">
                  <a:avLst/>
                </a:prstGeom>
                <a:blipFill>
                  <a:blip r:embed="rId6"/>
                  <a:stretch>
                    <a:fillRect b="-1111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C2858E44-E0E4-BB4F-865D-70652456A675}"/>
                    </a:ext>
                  </a:extLst>
                </p:cNvPr>
                <p:cNvSpPr txBox="1"/>
                <p:nvPr/>
              </p:nvSpPr>
              <p:spPr>
                <a:xfrm>
                  <a:off x="2786676" y="2059129"/>
                  <a:ext cx="271220" cy="32330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1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1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1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sz="1100" dirty="0"/>
                </a:p>
              </p:txBody>
            </p:sp>
          </mc:Choice>
          <mc:Fallback xmlns="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C2858E44-E0E4-BB4F-865D-70652456A67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86676" y="2059129"/>
                  <a:ext cx="271220" cy="323304"/>
                </a:xfrm>
                <a:prstGeom prst="rect">
                  <a:avLst/>
                </a:prstGeom>
                <a:blipFill>
                  <a:blip r:embed="rId7"/>
                  <a:stretch>
                    <a:fillRect b="-1111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700B2042-5D50-2F4C-9733-635BBEA5F6FE}"/>
                    </a:ext>
                  </a:extLst>
                </p:cNvPr>
                <p:cNvSpPr txBox="1"/>
                <p:nvPr/>
              </p:nvSpPr>
              <p:spPr>
                <a:xfrm>
                  <a:off x="2787167" y="2351736"/>
                  <a:ext cx="271220" cy="32330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100" i="1" smtClean="0">
                            <a:latin typeface="Cambria Math" panose="02040503050406030204" pitchFamily="18" charset="0"/>
                          </a:rPr>
                          <m:t>…</m:t>
                        </m:r>
                      </m:oMath>
                    </m:oMathPara>
                  </a14:m>
                  <a:endParaRPr lang="en-US" sz="1100" dirty="0"/>
                </a:p>
              </p:txBody>
            </p:sp>
          </mc:Choice>
          <mc:Fallback xmlns="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700B2042-5D50-2F4C-9733-635BBEA5F6F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87167" y="2351736"/>
                  <a:ext cx="271220" cy="323304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90D35A26-FD98-FA4C-924E-4360FFBFE46F}"/>
                    </a:ext>
                  </a:extLst>
                </p:cNvPr>
                <p:cNvSpPr txBox="1"/>
                <p:nvPr/>
              </p:nvSpPr>
              <p:spPr>
                <a:xfrm>
                  <a:off x="3137693" y="1488456"/>
                  <a:ext cx="271220" cy="33289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sz="110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100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sz="11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  <m:sup>
                            <m:r>
                              <a:rPr lang="en-US" sz="11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p>
                        </m:sSubSup>
                      </m:oMath>
                    </m:oMathPara>
                  </a14:m>
                  <a:endParaRPr lang="en-US" sz="1100" dirty="0"/>
                </a:p>
              </p:txBody>
            </p:sp>
          </mc:Choice>
          <mc:Fallback xmlns="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90D35A26-FD98-FA4C-924E-4360FFBFE46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37693" y="1488456"/>
                  <a:ext cx="271220" cy="332893"/>
                </a:xfrm>
                <a:prstGeom prst="rect">
                  <a:avLst/>
                </a:prstGeom>
                <a:blipFill>
                  <a:blip r:embed="rId9"/>
                  <a:stretch>
                    <a:fillRect r="-9091" b="-1052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D159FA41-75FA-F44E-A00A-00C655DC2689}"/>
                    </a:ext>
                  </a:extLst>
                </p:cNvPr>
                <p:cNvSpPr txBox="1"/>
                <p:nvPr/>
              </p:nvSpPr>
              <p:spPr>
                <a:xfrm>
                  <a:off x="4228939" y="1955103"/>
                  <a:ext cx="271220" cy="32330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1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100" b="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sz="11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oMath>
                    </m:oMathPara>
                  </a14:m>
                  <a:endParaRPr lang="en-US" sz="1100" dirty="0"/>
                </a:p>
              </p:txBody>
            </p:sp>
          </mc:Choice>
          <mc:Fallback xmlns="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D159FA41-75FA-F44E-A00A-00C655DC268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28939" y="1955103"/>
                  <a:ext cx="271220" cy="323304"/>
                </a:xfrm>
                <a:prstGeom prst="rect">
                  <a:avLst/>
                </a:prstGeom>
                <a:blipFill>
                  <a:blip r:embed="rId10"/>
                  <a:stretch>
                    <a:fillRect b="-1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DAE50097-61CF-0A4F-AF01-0312717252DC}"/>
                    </a:ext>
                  </a:extLst>
                </p:cNvPr>
                <p:cNvSpPr txBox="1"/>
                <p:nvPr/>
              </p:nvSpPr>
              <p:spPr>
                <a:xfrm>
                  <a:off x="2804149" y="2674335"/>
                  <a:ext cx="271220" cy="33939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1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1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100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b>
                        </m:sSub>
                      </m:oMath>
                    </m:oMathPara>
                  </a14:m>
                  <a:endParaRPr lang="en-US" sz="1100" dirty="0"/>
                </a:p>
              </p:txBody>
            </p:sp>
          </mc:Choice>
          <mc:Fallback xmlns="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DAE50097-61CF-0A4F-AF01-0312717252D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04149" y="2674335"/>
                  <a:ext cx="271220" cy="339391"/>
                </a:xfrm>
                <a:prstGeom prst="rect">
                  <a:avLst/>
                </a:prstGeom>
                <a:blipFill>
                  <a:blip r:embed="rId11"/>
                  <a:stretch>
                    <a:fillRect b="-1578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1114676A-08D9-CC4E-8443-7ED458B68446}"/>
                </a:ext>
              </a:extLst>
            </p:cNvPr>
            <p:cNvSpPr txBox="1"/>
            <p:nvPr/>
          </p:nvSpPr>
          <p:spPr>
            <a:xfrm>
              <a:off x="3663310" y="1494996"/>
              <a:ext cx="1392708" cy="32330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/>
                <a:t>k = “dog”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F4E5E44E-4DEB-0847-B30B-0525D682CB65}"/>
                    </a:ext>
                  </a:extLst>
                </p:cNvPr>
                <p:cNvSpPr txBox="1"/>
                <p:nvPr/>
              </p:nvSpPr>
              <p:spPr>
                <a:xfrm>
                  <a:off x="3086397" y="1725301"/>
                  <a:ext cx="271220" cy="33114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sz="110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100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sz="11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  <m:sup>
                            <m:r>
                              <a:rPr lang="en-US" sz="11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bSup>
                      </m:oMath>
                    </m:oMathPara>
                  </a14:m>
                  <a:endParaRPr lang="en-US" sz="1100" dirty="0"/>
                </a:p>
              </p:txBody>
            </p:sp>
          </mc:Choice>
          <mc:Fallback xmlns="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F4E5E44E-4DEB-0847-B30B-0525D682CB6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86397" y="1725301"/>
                  <a:ext cx="271220" cy="331149"/>
                </a:xfrm>
                <a:prstGeom prst="rect">
                  <a:avLst/>
                </a:prstGeom>
                <a:blipFill>
                  <a:blip r:embed="rId12"/>
                  <a:stretch>
                    <a:fillRect r="-9091" b="-1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28EB76EE-0DE1-B444-9205-05AB65FEC7F9}"/>
                    </a:ext>
                  </a:extLst>
                </p:cNvPr>
                <p:cNvSpPr txBox="1"/>
                <p:nvPr/>
              </p:nvSpPr>
              <p:spPr>
                <a:xfrm>
                  <a:off x="3061622" y="1981158"/>
                  <a:ext cx="271220" cy="33162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sz="110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100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sz="11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  <m:sup>
                            <m:r>
                              <a:rPr lang="en-US" sz="11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oMath>
                    </m:oMathPara>
                  </a14:m>
                  <a:endParaRPr lang="en-US" sz="1100" dirty="0"/>
                </a:p>
              </p:txBody>
            </p:sp>
          </mc:Choice>
          <mc:Fallback xmlns="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28EB76EE-0DE1-B444-9205-05AB65FEC7F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61622" y="1981158"/>
                  <a:ext cx="271220" cy="331625"/>
                </a:xfrm>
                <a:prstGeom prst="rect">
                  <a:avLst/>
                </a:prstGeom>
                <a:blipFill>
                  <a:blip r:embed="rId13"/>
                  <a:stretch>
                    <a:fillRect r="-9091" b="-1111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E4F0512E-1B79-9F40-ADEE-2AF597F3CA74}"/>
                    </a:ext>
                  </a:extLst>
                </p:cNvPr>
                <p:cNvSpPr txBox="1"/>
                <p:nvPr/>
              </p:nvSpPr>
              <p:spPr>
                <a:xfrm>
                  <a:off x="3008258" y="2237761"/>
                  <a:ext cx="271220" cy="32330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sz="110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100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sz="11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  <m:sup>
                            <m:r>
                              <a:rPr lang="en-US" sz="1100" b="0" i="1" smtClean="0">
                                <a:latin typeface="Cambria Math" panose="02040503050406030204" pitchFamily="18" charset="0"/>
                              </a:rPr>
                              <m:t>…</m:t>
                            </m:r>
                          </m:sup>
                        </m:sSubSup>
                      </m:oMath>
                    </m:oMathPara>
                  </a14:m>
                  <a:endParaRPr lang="en-US" sz="1100" dirty="0"/>
                </a:p>
              </p:txBody>
            </p:sp>
          </mc:Choice>
          <mc:Fallback xmlns="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E4F0512E-1B79-9F40-ADEE-2AF597F3CA7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08258" y="2237761"/>
                  <a:ext cx="271220" cy="323304"/>
                </a:xfrm>
                <a:prstGeom prst="rect">
                  <a:avLst/>
                </a:prstGeom>
                <a:blipFill>
                  <a:blip r:embed="rId14"/>
                  <a:stretch>
                    <a:fillRect r="-9091" b="-1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C950201D-70FD-7A41-860B-9FEEA327EDAF}"/>
                    </a:ext>
                  </a:extLst>
                </p:cNvPr>
                <p:cNvSpPr txBox="1"/>
                <p:nvPr/>
              </p:nvSpPr>
              <p:spPr>
                <a:xfrm>
                  <a:off x="3054207" y="2492165"/>
                  <a:ext cx="271220" cy="34660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sz="110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100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sz="11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  <m:sup>
                            <m:r>
                              <a:rPr lang="en-US" sz="1100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p>
                        </m:sSubSup>
                      </m:oMath>
                    </m:oMathPara>
                  </a14:m>
                  <a:endParaRPr lang="en-US" sz="1100" dirty="0"/>
                </a:p>
              </p:txBody>
            </p:sp>
          </mc:Choice>
          <mc:Fallback xmlns="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C950201D-70FD-7A41-860B-9FEEA327EDA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54207" y="2492165"/>
                  <a:ext cx="271220" cy="346601"/>
                </a:xfrm>
                <a:prstGeom prst="rect">
                  <a:avLst/>
                </a:prstGeom>
                <a:blipFill>
                  <a:blip r:embed="rId15"/>
                  <a:stretch>
                    <a:fillRect r="-8696" b="-1578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6" name="Left Bracket 25">
              <a:extLst>
                <a:ext uri="{FF2B5EF4-FFF2-40B4-BE49-F238E27FC236}">
                  <a16:creationId xmlns:a16="http://schemas.microsoft.com/office/drawing/2014/main" id="{EF8B7267-B43B-C940-A6ED-E42AE7106192}"/>
                </a:ext>
              </a:extLst>
            </p:cNvPr>
            <p:cNvSpPr/>
            <p:nvPr/>
          </p:nvSpPr>
          <p:spPr>
            <a:xfrm>
              <a:off x="2769228" y="1529417"/>
              <a:ext cx="45719" cy="1481324"/>
            </a:xfrm>
            <a:prstGeom prst="leftBracke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  <p:sp>
          <p:nvSpPr>
            <p:cNvPr id="27" name="Right Bracket 26">
              <a:extLst>
                <a:ext uri="{FF2B5EF4-FFF2-40B4-BE49-F238E27FC236}">
                  <a16:creationId xmlns:a16="http://schemas.microsoft.com/office/drawing/2014/main" id="{55D87833-E4D4-5343-8A16-953489D309E1}"/>
                </a:ext>
              </a:extLst>
            </p:cNvPr>
            <p:cNvSpPr/>
            <p:nvPr/>
          </p:nvSpPr>
          <p:spPr>
            <a:xfrm>
              <a:off x="3040448" y="1529417"/>
              <a:ext cx="45719" cy="1481324"/>
            </a:xfrm>
            <a:prstGeom prst="rightBracke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3ECF8D4F-762D-3449-936E-E630326E5B77}"/>
                </a:ext>
              </a:extLst>
            </p:cNvPr>
            <p:cNvSpPr txBox="1"/>
            <p:nvPr/>
          </p:nvSpPr>
          <p:spPr>
            <a:xfrm>
              <a:off x="2794042" y="1312519"/>
              <a:ext cx="294079" cy="3137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50" i="1" dirty="0"/>
                <a:t>X</a:t>
              </a:r>
            </a:p>
          </p:txBody>
        </p:sp>
      </p:grpSp>
      <p:pic>
        <p:nvPicPr>
          <p:cNvPr id="1026" name="Picture 2" descr="Labrador Retriever, Dog, Pet, Tongue Out, Animal">
            <a:extLst>
              <a:ext uri="{FF2B5EF4-FFF2-40B4-BE49-F238E27FC236}">
                <a16:creationId xmlns:a16="http://schemas.microsoft.com/office/drawing/2014/main" id="{A3867F7F-C5B3-474B-822B-7BBF9407B34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137"/>
          <a:stretch/>
        </p:blipFill>
        <p:spPr bwMode="auto">
          <a:xfrm>
            <a:off x="343213" y="2371453"/>
            <a:ext cx="1268718" cy="10707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8B68B6F4-E910-0B44-B308-E568D3C50977}"/>
              </a:ext>
            </a:extLst>
          </p:cNvPr>
          <p:cNvSpPr txBox="1"/>
          <p:nvPr/>
        </p:nvSpPr>
        <p:spPr>
          <a:xfrm>
            <a:off x="6829552" y="1655273"/>
            <a:ext cx="1156138" cy="307777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dirty="0"/>
              <a:t>Dog: 0.9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D416D1BC-C3B2-0545-B138-DF7816A505AF}"/>
              </a:ext>
            </a:extLst>
          </p:cNvPr>
          <p:cNvGrpSpPr/>
          <p:nvPr/>
        </p:nvGrpSpPr>
        <p:grpSpPr>
          <a:xfrm>
            <a:off x="2787335" y="2532184"/>
            <a:ext cx="3737305" cy="1144322"/>
            <a:chOff x="2769228" y="1312519"/>
            <a:chExt cx="3737305" cy="170120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Oval 32">
                  <a:extLst>
                    <a:ext uri="{FF2B5EF4-FFF2-40B4-BE49-F238E27FC236}">
                      <a16:creationId xmlns:a16="http://schemas.microsoft.com/office/drawing/2014/main" id="{CE7D218E-483C-A646-8F17-2D3821E591F1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3474541" y="1886722"/>
                  <a:ext cx="763236" cy="685028"/>
                </a:xfrm>
                <a:prstGeom prst="ellipse">
                  <a:avLst/>
                </a:prstGeom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lIns="0" rIns="0"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9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900" b="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sz="900" b="0" i="1" smtClean="0">
                                <a:latin typeface="Cambria Math" panose="02040503050406030204" pitchFamily="18" charset="0"/>
                              </a:rPr>
                              <m:t>𝑐𝑎𝑡</m:t>
                            </m:r>
                          </m:sub>
                        </m:sSub>
                        <m:r>
                          <a:rPr lang="en-US" sz="9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sSubSup>
                          <m:sSubSupPr>
                            <m:ctrlPr>
                              <a:rPr lang="en-US" sz="900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900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sz="9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  <m:sup>
                            <m:r>
                              <a:rPr lang="en-US" sz="900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bSup>
                        <m:r>
                          <a:rPr lang="en-US" sz="9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m:oMathPara>
                  </a14:m>
                  <a:endParaRPr lang="en-US" sz="900" dirty="0"/>
                </a:p>
              </p:txBody>
            </p:sp>
          </mc:Choice>
          <mc:Fallback xmlns="">
            <p:sp>
              <p:nvSpPr>
                <p:cNvPr id="33" name="Oval 32">
                  <a:extLst>
                    <a:ext uri="{FF2B5EF4-FFF2-40B4-BE49-F238E27FC236}">
                      <a16:creationId xmlns:a16="http://schemas.microsoft.com/office/drawing/2014/main" id="{CE7D218E-483C-A646-8F17-2D3821E591F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74541" y="1886722"/>
                  <a:ext cx="763236" cy="685028"/>
                </a:xfrm>
                <a:prstGeom prst="ellipse">
                  <a:avLst/>
                </a:prstGeom>
                <a:blipFill>
                  <a:blip r:embed="rId1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Oval 33">
                  <a:extLst>
                    <a:ext uri="{FF2B5EF4-FFF2-40B4-BE49-F238E27FC236}">
                      <a16:creationId xmlns:a16="http://schemas.microsoft.com/office/drawing/2014/main" id="{16432269-7989-B845-BEDD-217B1981B285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4577944" y="1886722"/>
                  <a:ext cx="728884" cy="685028"/>
                </a:xfrm>
                <a:prstGeom prst="ellipse">
                  <a:avLst/>
                </a:prstGeom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lIns="0" rIns="0"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𝑠𝑜𝑓𝑡𝑚𝑎𝑥</m:t>
                        </m:r>
                      </m:oMath>
                    </m:oMathPara>
                  </a14:m>
                  <a:endParaRPr lang="en-US" sz="1100" b="0" i="1" dirty="0">
                    <a:latin typeface="Cambria Math" panose="02040503050406030204" pitchFamily="18" charset="0"/>
                    <a:ea typeface="Cambria Math" panose="02040503050406030204" pitchFamily="18" charset="0"/>
                  </a:endParaRPr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1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sz="11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1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sz="11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𝑐𝑎𝑡</m:t>
                            </m:r>
                          </m:sub>
                        </m:sSub>
                        <m:r>
                          <a:rPr lang="en-US" sz="11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sz="1100" i="1" dirty="0">
                    <a:latin typeface="Cambria Math" panose="02040503050406030204" pitchFamily="18" charset="0"/>
                    <a:ea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34" name="Oval 33">
                  <a:extLst>
                    <a:ext uri="{FF2B5EF4-FFF2-40B4-BE49-F238E27FC236}">
                      <a16:creationId xmlns:a16="http://schemas.microsoft.com/office/drawing/2014/main" id="{16432269-7989-B845-BEDD-217B1981B28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77944" y="1886722"/>
                  <a:ext cx="728884" cy="685028"/>
                </a:xfrm>
                <a:prstGeom prst="ellipse">
                  <a:avLst/>
                </a:prstGeom>
                <a:blipFill>
                  <a:blip r:embed="rId1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7B43936B-76DD-B54D-B259-A66E17A8BEEB}"/>
                </a:ext>
              </a:extLst>
            </p:cNvPr>
            <p:cNvCxnSpPr>
              <a:cxnSpLocks/>
              <a:stCxn id="33" idx="6"/>
              <a:endCxn id="34" idx="2"/>
            </p:cNvCxnSpPr>
            <p:nvPr/>
          </p:nvCxnSpPr>
          <p:spPr>
            <a:xfrm>
              <a:off x="4237777" y="2229236"/>
              <a:ext cx="340167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4ACA15DF-2847-B347-836D-4C5EDC333125}"/>
                </a:ext>
              </a:extLst>
            </p:cNvPr>
            <p:cNvCxnSpPr>
              <a:cxnSpLocks/>
              <a:stCxn id="34" idx="6"/>
            </p:cNvCxnSpPr>
            <p:nvPr/>
          </p:nvCxnSpPr>
          <p:spPr>
            <a:xfrm>
              <a:off x="5306828" y="2229236"/>
              <a:ext cx="196610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Rectangle 36">
                  <a:extLst>
                    <a:ext uri="{FF2B5EF4-FFF2-40B4-BE49-F238E27FC236}">
                      <a16:creationId xmlns:a16="http://schemas.microsoft.com/office/drawing/2014/main" id="{4780DE03-6EEC-8147-AC62-FE2DB26443B7}"/>
                    </a:ext>
                  </a:extLst>
                </p:cNvPr>
                <p:cNvSpPr/>
                <p:nvPr/>
              </p:nvSpPr>
              <p:spPr>
                <a:xfrm>
                  <a:off x="5503438" y="2090737"/>
                  <a:ext cx="1003095" cy="323304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100" i="1" smtClean="0"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US" sz="11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11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sz="1100" b="0" i="1" smtClean="0">
                            <a:latin typeface="Cambria Math" panose="02040503050406030204" pitchFamily="18" charset="0"/>
                          </a:rPr>
                          <m:t>=“</m:t>
                        </m:r>
                        <m:r>
                          <a:rPr lang="en-US" sz="1100" b="0" i="1" smtClean="0">
                            <a:latin typeface="Cambria Math" panose="02040503050406030204" pitchFamily="18" charset="0"/>
                          </a:rPr>
                          <m:t>𝑐𝑎𝑡</m:t>
                        </m:r>
                        <m:r>
                          <a:rPr lang="en-US" sz="1100" b="0" i="1" smtClean="0">
                            <a:latin typeface="Cambria Math" panose="02040503050406030204" pitchFamily="18" charset="0"/>
                          </a:rPr>
                          <m:t>”)</m:t>
                        </m:r>
                      </m:oMath>
                    </m:oMathPara>
                  </a14:m>
                  <a:endParaRPr lang="en-US" sz="1100" dirty="0"/>
                </a:p>
              </p:txBody>
            </p:sp>
          </mc:Choice>
          <mc:Fallback xmlns="">
            <p:sp>
              <p:nvSpPr>
                <p:cNvPr id="37" name="Rectangle 36">
                  <a:extLst>
                    <a:ext uri="{FF2B5EF4-FFF2-40B4-BE49-F238E27FC236}">
                      <a16:creationId xmlns:a16="http://schemas.microsoft.com/office/drawing/2014/main" id="{4780DE03-6EEC-8147-AC62-FE2DB26443B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03438" y="2090737"/>
                  <a:ext cx="1003095" cy="323304"/>
                </a:xfrm>
                <a:prstGeom prst="rect">
                  <a:avLst/>
                </a:prstGeom>
                <a:blipFill>
                  <a:blip r:embed="rId19"/>
                  <a:stretch>
                    <a:fillRect b="-2777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73EE6AB7-F8D3-E54B-8D2D-55C2337B4E4E}"/>
                </a:ext>
              </a:extLst>
            </p:cNvPr>
            <p:cNvCxnSpPr>
              <a:cxnSpLocks/>
            </p:cNvCxnSpPr>
            <p:nvPr/>
          </p:nvCxnSpPr>
          <p:spPr>
            <a:xfrm>
              <a:off x="3124448" y="1938579"/>
              <a:ext cx="350093" cy="127788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F8E2E935-159A-6241-B94F-E1F0B77B8FA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160059" y="2507044"/>
              <a:ext cx="481434" cy="33458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Arrow Connector 39">
              <a:extLst>
                <a:ext uri="{FF2B5EF4-FFF2-40B4-BE49-F238E27FC236}">
                  <a16:creationId xmlns:a16="http://schemas.microsoft.com/office/drawing/2014/main" id="{D505E23A-3378-F146-819C-147484B9D34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144719" y="2346332"/>
              <a:ext cx="362817" cy="19120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Arrow Connector 40">
              <a:extLst>
                <a:ext uri="{FF2B5EF4-FFF2-40B4-BE49-F238E27FC236}">
                  <a16:creationId xmlns:a16="http://schemas.microsoft.com/office/drawing/2014/main" id="{47BFD6A9-6F7F-B74B-ACD6-36F6E5B2217C}"/>
                </a:ext>
              </a:extLst>
            </p:cNvPr>
            <p:cNvCxnSpPr>
              <a:cxnSpLocks/>
              <a:endCxn id="33" idx="2"/>
            </p:cNvCxnSpPr>
            <p:nvPr/>
          </p:nvCxnSpPr>
          <p:spPr>
            <a:xfrm>
              <a:off x="3124448" y="2229236"/>
              <a:ext cx="350093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Arrow Connector 41">
              <a:extLst>
                <a:ext uri="{FF2B5EF4-FFF2-40B4-BE49-F238E27FC236}">
                  <a16:creationId xmlns:a16="http://schemas.microsoft.com/office/drawing/2014/main" id="{ACB64C0D-42D9-6A44-9A7A-07D5E8B84367}"/>
                </a:ext>
              </a:extLst>
            </p:cNvPr>
            <p:cNvCxnSpPr>
              <a:cxnSpLocks/>
            </p:cNvCxnSpPr>
            <p:nvPr/>
          </p:nvCxnSpPr>
          <p:spPr>
            <a:xfrm>
              <a:off x="3111313" y="1689928"/>
              <a:ext cx="511152" cy="227243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TextBox 42">
                  <a:extLst>
                    <a:ext uri="{FF2B5EF4-FFF2-40B4-BE49-F238E27FC236}">
                      <a16:creationId xmlns:a16="http://schemas.microsoft.com/office/drawing/2014/main" id="{42823508-C5CA-9E4A-81A3-C0D9F0E4B229}"/>
                    </a:ext>
                  </a:extLst>
                </p:cNvPr>
                <p:cNvSpPr txBox="1"/>
                <p:nvPr/>
              </p:nvSpPr>
              <p:spPr>
                <a:xfrm>
                  <a:off x="2795564" y="1465601"/>
                  <a:ext cx="271220" cy="32330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1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1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1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US" sz="1100" dirty="0"/>
                </a:p>
              </p:txBody>
            </p:sp>
          </mc:Choice>
          <mc:Fallback xmlns="">
            <p:sp>
              <p:nvSpPr>
                <p:cNvPr id="43" name="TextBox 42">
                  <a:extLst>
                    <a:ext uri="{FF2B5EF4-FFF2-40B4-BE49-F238E27FC236}">
                      <a16:creationId xmlns:a16="http://schemas.microsoft.com/office/drawing/2014/main" id="{42823508-C5CA-9E4A-81A3-C0D9F0E4B22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95564" y="1465601"/>
                  <a:ext cx="271220" cy="323304"/>
                </a:xfrm>
                <a:prstGeom prst="rect">
                  <a:avLst/>
                </a:prstGeom>
                <a:blipFill>
                  <a:blip r:embed="rId20"/>
                  <a:stretch>
                    <a:fillRect b="-1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86A85935-0216-474C-B16B-29606835EBA7}"/>
                    </a:ext>
                  </a:extLst>
                </p:cNvPr>
                <p:cNvSpPr txBox="1"/>
                <p:nvPr/>
              </p:nvSpPr>
              <p:spPr>
                <a:xfrm>
                  <a:off x="2780109" y="1742600"/>
                  <a:ext cx="271220" cy="32330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1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1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1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1100" dirty="0"/>
                </a:p>
              </p:txBody>
            </p:sp>
          </mc:Choice>
          <mc:Fallback xmlns="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86A85935-0216-474C-B16B-29606835EBA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80109" y="1742600"/>
                  <a:ext cx="271220" cy="323304"/>
                </a:xfrm>
                <a:prstGeom prst="rect">
                  <a:avLst/>
                </a:prstGeom>
                <a:blipFill>
                  <a:blip r:embed="rId21"/>
                  <a:stretch>
                    <a:fillRect b="-1111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015833B4-3D24-A94B-8537-81F0E2AE59F7}"/>
                    </a:ext>
                  </a:extLst>
                </p:cNvPr>
                <p:cNvSpPr txBox="1"/>
                <p:nvPr/>
              </p:nvSpPr>
              <p:spPr>
                <a:xfrm>
                  <a:off x="2786676" y="2059129"/>
                  <a:ext cx="271220" cy="32330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1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1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1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sz="1100" dirty="0"/>
                </a:p>
              </p:txBody>
            </p:sp>
          </mc:Choice>
          <mc:Fallback xmlns=""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015833B4-3D24-A94B-8537-81F0E2AE59F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86676" y="2059129"/>
                  <a:ext cx="271220" cy="323304"/>
                </a:xfrm>
                <a:prstGeom prst="rect">
                  <a:avLst/>
                </a:prstGeom>
                <a:blipFill>
                  <a:blip r:embed="rId22"/>
                  <a:stretch>
                    <a:fillRect b="-1764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" name="TextBox 45">
                  <a:extLst>
                    <a:ext uri="{FF2B5EF4-FFF2-40B4-BE49-F238E27FC236}">
                      <a16:creationId xmlns:a16="http://schemas.microsoft.com/office/drawing/2014/main" id="{B4113242-A5ED-0C4F-A14F-F597B38C119D}"/>
                    </a:ext>
                  </a:extLst>
                </p:cNvPr>
                <p:cNvSpPr txBox="1"/>
                <p:nvPr/>
              </p:nvSpPr>
              <p:spPr>
                <a:xfrm>
                  <a:off x="2787167" y="2351736"/>
                  <a:ext cx="271220" cy="32330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100" i="1" smtClean="0">
                            <a:latin typeface="Cambria Math" panose="02040503050406030204" pitchFamily="18" charset="0"/>
                          </a:rPr>
                          <m:t>…</m:t>
                        </m:r>
                      </m:oMath>
                    </m:oMathPara>
                  </a14:m>
                  <a:endParaRPr lang="en-US" sz="1100" dirty="0"/>
                </a:p>
              </p:txBody>
            </p:sp>
          </mc:Choice>
          <mc:Fallback xmlns="">
            <p:sp>
              <p:nvSpPr>
                <p:cNvPr id="46" name="TextBox 45">
                  <a:extLst>
                    <a:ext uri="{FF2B5EF4-FFF2-40B4-BE49-F238E27FC236}">
                      <a16:creationId xmlns:a16="http://schemas.microsoft.com/office/drawing/2014/main" id="{B4113242-A5ED-0C4F-A14F-F597B38C119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87167" y="2351736"/>
                  <a:ext cx="271220" cy="323304"/>
                </a:xfrm>
                <a:prstGeom prst="rect">
                  <a:avLst/>
                </a:prstGeom>
                <a:blipFill>
                  <a:blip r:embed="rId2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" name="TextBox 46">
                  <a:extLst>
                    <a:ext uri="{FF2B5EF4-FFF2-40B4-BE49-F238E27FC236}">
                      <a16:creationId xmlns:a16="http://schemas.microsoft.com/office/drawing/2014/main" id="{022596FF-F537-9F44-BBD8-9119095D9960}"/>
                    </a:ext>
                  </a:extLst>
                </p:cNvPr>
                <p:cNvSpPr txBox="1"/>
                <p:nvPr/>
              </p:nvSpPr>
              <p:spPr>
                <a:xfrm>
                  <a:off x="3137693" y="1488456"/>
                  <a:ext cx="271220" cy="33289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sz="110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100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sz="11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  <m:sup>
                            <m:r>
                              <a:rPr lang="en-US" sz="11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p>
                        </m:sSubSup>
                      </m:oMath>
                    </m:oMathPara>
                  </a14:m>
                  <a:endParaRPr lang="en-US" sz="1100" dirty="0"/>
                </a:p>
              </p:txBody>
            </p:sp>
          </mc:Choice>
          <mc:Fallback xmlns="">
            <p:sp>
              <p:nvSpPr>
                <p:cNvPr id="47" name="TextBox 46">
                  <a:extLst>
                    <a:ext uri="{FF2B5EF4-FFF2-40B4-BE49-F238E27FC236}">
                      <a16:creationId xmlns:a16="http://schemas.microsoft.com/office/drawing/2014/main" id="{022596FF-F537-9F44-BBD8-9119095D996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37693" y="1488456"/>
                  <a:ext cx="271220" cy="332893"/>
                </a:xfrm>
                <a:prstGeom prst="rect">
                  <a:avLst/>
                </a:prstGeom>
                <a:blipFill>
                  <a:blip r:embed="rId24"/>
                  <a:stretch>
                    <a:fillRect r="-9091" b="-1052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A29B6BC2-F477-2342-B6C7-D120FB15E430}"/>
                    </a:ext>
                  </a:extLst>
                </p:cNvPr>
                <p:cNvSpPr txBox="1"/>
                <p:nvPr/>
              </p:nvSpPr>
              <p:spPr>
                <a:xfrm>
                  <a:off x="4228939" y="1955103"/>
                  <a:ext cx="271220" cy="32330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1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100" b="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sz="11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oMath>
                    </m:oMathPara>
                  </a14:m>
                  <a:endParaRPr lang="en-US" sz="1100" dirty="0"/>
                </a:p>
              </p:txBody>
            </p:sp>
          </mc:Choice>
          <mc:Fallback xmlns=""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A29B6BC2-F477-2342-B6C7-D120FB15E43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28939" y="1955103"/>
                  <a:ext cx="271220" cy="323304"/>
                </a:xfrm>
                <a:prstGeom prst="rect">
                  <a:avLst/>
                </a:prstGeom>
                <a:blipFill>
                  <a:blip r:embed="rId25"/>
                  <a:stretch>
                    <a:fillRect b="-1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48573E70-B942-2249-AB2D-44531C56DCA5}"/>
                    </a:ext>
                  </a:extLst>
                </p:cNvPr>
                <p:cNvSpPr txBox="1"/>
                <p:nvPr/>
              </p:nvSpPr>
              <p:spPr>
                <a:xfrm>
                  <a:off x="2804149" y="2674335"/>
                  <a:ext cx="271220" cy="33939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1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1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100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b>
                        </m:sSub>
                      </m:oMath>
                    </m:oMathPara>
                  </a14:m>
                  <a:endParaRPr lang="en-US" sz="1100" dirty="0"/>
                </a:p>
              </p:txBody>
            </p:sp>
          </mc:Choice>
          <mc:Fallback xmlns=""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48573E70-B942-2249-AB2D-44531C56DCA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04149" y="2674335"/>
                  <a:ext cx="271220" cy="339391"/>
                </a:xfrm>
                <a:prstGeom prst="rect">
                  <a:avLst/>
                </a:prstGeom>
                <a:blipFill>
                  <a:blip r:embed="rId26"/>
                  <a:stretch>
                    <a:fillRect b="-1578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9C31D8E8-2175-FB4B-9D97-0D2CA4683143}"/>
                </a:ext>
              </a:extLst>
            </p:cNvPr>
            <p:cNvSpPr txBox="1"/>
            <p:nvPr/>
          </p:nvSpPr>
          <p:spPr>
            <a:xfrm>
              <a:off x="3663310" y="1494996"/>
              <a:ext cx="1392708" cy="32330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/>
                <a:t>k = “cat”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" name="TextBox 50">
                  <a:extLst>
                    <a:ext uri="{FF2B5EF4-FFF2-40B4-BE49-F238E27FC236}">
                      <a16:creationId xmlns:a16="http://schemas.microsoft.com/office/drawing/2014/main" id="{CC2D4A2C-655C-9B43-9909-2C5BDCB547A4}"/>
                    </a:ext>
                  </a:extLst>
                </p:cNvPr>
                <p:cNvSpPr txBox="1"/>
                <p:nvPr/>
              </p:nvSpPr>
              <p:spPr>
                <a:xfrm>
                  <a:off x="3086397" y="1725301"/>
                  <a:ext cx="271220" cy="33114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sz="110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100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sz="11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  <m:sup>
                            <m:r>
                              <a:rPr lang="en-US" sz="11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bSup>
                      </m:oMath>
                    </m:oMathPara>
                  </a14:m>
                  <a:endParaRPr lang="en-US" sz="1100" dirty="0"/>
                </a:p>
              </p:txBody>
            </p:sp>
          </mc:Choice>
          <mc:Fallback xmlns="">
            <p:sp>
              <p:nvSpPr>
                <p:cNvPr id="51" name="TextBox 50">
                  <a:extLst>
                    <a:ext uri="{FF2B5EF4-FFF2-40B4-BE49-F238E27FC236}">
                      <a16:creationId xmlns:a16="http://schemas.microsoft.com/office/drawing/2014/main" id="{CC2D4A2C-655C-9B43-9909-2C5BDCB547A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86397" y="1725301"/>
                  <a:ext cx="271220" cy="331149"/>
                </a:xfrm>
                <a:prstGeom prst="rect">
                  <a:avLst/>
                </a:prstGeom>
                <a:blipFill>
                  <a:blip r:embed="rId27"/>
                  <a:stretch>
                    <a:fillRect r="-9091" b="-1111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" name="TextBox 51">
                  <a:extLst>
                    <a:ext uri="{FF2B5EF4-FFF2-40B4-BE49-F238E27FC236}">
                      <a16:creationId xmlns:a16="http://schemas.microsoft.com/office/drawing/2014/main" id="{41BC6619-F802-0E48-BA63-FC5AE4C1C8C6}"/>
                    </a:ext>
                  </a:extLst>
                </p:cNvPr>
                <p:cNvSpPr txBox="1"/>
                <p:nvPr/>
              </p:nvSpPr>
              <p:spPr>
                <a:xfrm>
                  <a:off x="3061622" y="1981158"/>
                  <a:ext cx="271220" cy="33162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sz="110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100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sz="11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  <m:sup>
                            <m:r>
                              <a:rPr lang="en-US" sz="11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oMath>
                    </m:oMathPara>
                  </a14:m>
                  <a:endParaRPr lang="en-US" sz="1100" dirty="0"/>
                </a:p>
              </p:txBody>
            </p:sp>
          </mc:Choice>
          <mc:Fallback xmlns="">
            <p:sp>
              <p:nvSpPr>
                <p:cNvPr id="52" name="TextBox 51">
                  <a:extLst>
                    <a:ext uri="{FF2B5EF4-FFF2-40B4-BE49-F238E27FC236}">
                      <a16:creationId xmlns:a16="http://schemas.microsoft.com/office/drawing/2014/main" id="{41BC6619-F802-0E48-BA63-FC5AE4C1C8C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61622" y="1981158"/>
                  <a:ext cx="271220" cy="331625"/>
                </a:xfrm>
                <a:prstGeom prst="rect">
                  <a:avLst/>
                </a:prstGeom>
                <a:blipFill>
                  <a:blip r:embed="rId28"/>
                  <a:stretch>
                    <a:fillRect r="-9091" b="-1052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3" name="TextBox 52">
                  <a:extLst>
                    <a:ext uri="{FF2B5EF4-FFF2-40B4-BE49-F238E27FC236}">
                      <a16:creationId xmlns:a16="http://schemas.microsoft.com/office/drawing/2014/main" id="{4D4688CB-19F9-7446-BA90-EBFBA32EA0C2}"/>
                    </a:ext>
                  </a:extLst>
                </p:cNvPr>
                <p:cNvSpPr txBox="1"/>
                <p:nvPr/>
              </p:nvSpPr>
              <p:spPr>
                <a:xfrm>
                  <a:off x="3008258" y="2237761"/>
                  <a:ext cx="271220" cy="32330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sz="110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100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sz="11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  <m:sup>
                            <m:r>
                              <a:rPr lang="en-US" sz="1100" b="0" i="1" smtClean="0">
                                <a:latin typeface="Cambria Math" panose="02040503050406030204" pitchFamily="18" charset="0"/>
                              </a:rPr>
                              <m:t>…</m:t>
                            </m:r>
                          </m:sup>
                        </m:sSubSup>
                      </m:oMath>
                    </m:oMathPara>
                  </a14:m>
                  <a:endParaRPr lang="en-US" sz="1100" dirty="0"/>
                </a:p>
              </p:txBody>
            </p:sp>
          </mc:Choice>
          <mc:Fallback xmlns="">
            <p:sp>
              <p:nvSpPr>
                <p:cNvPr id="53" name="TextBox 52">
                  <a:extLst>
                    <a:ext uri="{FF2B5EF4-FFF2-40B4-BE49-F238E27FC236}">
                      <a16:creationId xmlns:a16="http://schemas.microsoft.com/office/drawing/2014/main" id="{4D4688CB-19F9-7446-BA90-EBFBA32EA0C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08258" y="2237761"/>
                  <a:ext cx="271220" cy="323304"/>
                </a:xfrm>
                <a:prstGeom prst="rect">
                  <a:avLst/>
                </a:prstGeom>
                <a:blipFill>
                  <a:blip r:embed="rId29"/>
                  <a:stretch>
                    <a:fillRect r="-9091" b="-1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4" name="TextBox 53">
                  <a:extLst>
                    <a:ext uri="{FF2B5EF4-FFF2-40B4-BE49-F238E27FC236}">
                      <a16:creationId xmlns:a16="http://schemas.microsoft.com/office/drawing/2014/main" id="{645DAF86-7854-B943-8576-C0C3D5EAE047}"/>
                    </a:ext>
                  </a:extLst>
                </p:cNvPr>
                <p:cNvSpPr txBox="1"/>
                <p:nvPr/>
              </p:nvSpPr>
              <p:spPr>
                <a:xfrm>
                  <a:off x="3054207" y="2492165"/>
                  <a:ext cx="271220" cy="34660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sz="110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100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sz="11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  <m:sup>
                            <m:r>
                              <a:rPr lang="en-US" sz="1100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p>
                        </m:sSubSup>
                      </m:oMath>
                    </m:oMathPara>
                  </a14:m>
                  <a:endParaRPr lang="en-US" sz="1100" dirty="0"/>
                </a:p>
              </p:txBody>
            </p:sp>
          </mc:Choice>
          <mc:Fallback xmlns="">
            <p:sp>
              <p:nvSpPr>
                <p:cNvPr id="54" name="TextBox 53">
                  <a:extLst>
                    <a:ext uri="{FF2B5EF4-FFF2-40B4-BE49-F238E27FC236}">
                      <a16:creationId xmlns:a16="http://schemas.microsoft.com/office/drawing/2014/main" id="{645DAF86-7854-B943-8576-C0C3D5EAE04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54207" y="2492165"/>
                  <a:ext cx="271220" cy="346601"/>
                </a:xfrm>
                <a:prstGeom prst="rect">
                  <a:avLst/>
                </a:prstGeom>
                <a:blipFill>
                  <a:blip r:embed="rId30"/>
                  <a:stretch>
                    <a:fillRect r="-8696" b="-1578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5" name="Left Bracket 54">
              <a:extLst>
                <a:ext uri="{FF2B5EF4-FFF2-40B4-BE49-F238E27FC236}">
                  <a16:creationId xmlns:a16="http://schemas.microsoft.com/office/drawing/2014/main" id="{D05D78D9-6671-EC4E-927A-1471C71DC5D5}"/>
                </a:ext>
              </a:extLst>
            </p:cNvPr>
            <p:cNvSpPr/>
            <p:nvPr/>
          </p:nvSpPr>
          <p:spPr>
            <a:xfrm>
              <a:off x="2769228" y="1529417"/>
              <a:ext cx="45719" cy="1481324"/>
            </a:xfrm>
            <a:prstGeom prst="leftBracke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  <p:sp>
          <p:nvSpPr>
            <p:cNvPr id="56" name="Right Bracket 55">
              <a:extLst>
                <a:ext uri="{FF2B5EF4-FFF2-40B4-BE49-F238E27FC236}">
                  <a16:creationId xmlns:a16="http://schemas.microsoft.com/office/drawing/2014/main" id="{1B274FCA-A0C0-A947-AEE0-7FC76080E865}"/>
                </a:ext>
              </a:extLst>
            </p:cNvPr>
            <p:cNvSpPr/>
            <p:nvPr/>
          </p:nvSpPr>
          <p:spPr>
            <a:xfrm>
              <a:off x="3040448" y="1529417"/>
              <a:ext cx="45719" cy="1481324"/>
            </a:xfrm>
            <a:prstGeom prst="rightBracke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EB6CA563-2207-F442-8EE1-AD11DF7E4862}"/>
                </a:ext>
              </a:extLst>
            </p:cNvPr>
            <p:cNvSpPr txBox="1"/>
            <p:nvPr/>
          </p:nvSpPr>
          <p:spPr>
            <a:xfrm>
              <a:off x="2794042" y="1312519"/>
              <a:ext cx="294079" cy="3137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50" i="1" dirty="0"/>
                <a:t>X</a:t>
              </a:r>
            </a:p>
          </p:txBody>
        </p:sp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3F55A666-3204-A045-8E9B-682982A51377}"/>
              </a:ext>
            </a:extLst>
          </p:cNvPr>
          <p:cNvGrpSpPr/>
          <p:nvPr/>
        </p:nvGrpSpPr>
        <p:grpSpPr>
          <a:xfrm>
            <a:off x="2787335" y="3815245"/>
            <a:ext cx="3830279" cy="1144322"/>
            <a:chOff x="2769228" y="1312519"/>
            <a:chExt cx="3830279" cy="170120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9" name="Oval 58">
                  <a:extLst>
                    <a:ext uri="{FF2B5EF4-FFF2-40B4-BE49-F238E27FC236}">
                      <a16:creationId xmlns:a16="http://schemas.microsoft.com/office/drawing/2014/main" id="{24BDB089-B1F3-2B4C-B5F1-A0266E81B7F3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3474541" y="1886722"/>
                  <a:ext cx="763236" cy="685028"/>
                </a:xfrm>
                <a:prstGeom prst="ellipse">
                  <a:avLst/>
                </a:prstGeom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lIns="0" rIns="0"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9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900" b="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sz="900" b="0" i="1" smtClean="0">
                                <a:latin typeface="Cambria Math" panose="02040503050406030204" pitchFamily="18" charset="0"/>
                              </a:rPr>
                              <m:t>𝑏𝑒𝑎𝑟</m:t>
                            </m:r>
                          </m:sub>
                        </m:sSub>
                        <m:r>
                          <a:rPr lang="en-US" sz="9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sSubSup>
                          <m:sSubSupPr>
                            <m:ctrlPr>
                              <a:rPr lang="en-US" sz="900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900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sz="9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  <m:sup>
                            <m:r>
                              <a:rPr lang="en-US" sz="900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bSup>
                        <m:r>
                          <a:rPr lang="en-US" sz="9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m:oMathPara>
                  </a14:m>
                  <a:endParaRPr lang="en-US" sz="900" dirty="0"/>
                </a:p>
              </p:txBody>
            </p:sp>
          </mc:Choice>
          <mc:Fallback xmlns="">
            <p:sp>
              <p:nvSpPr>
                <p:cNvPr id="59" name="Oval 58">
                  <a:extLst>
                    <a:ext uri="{FF2B5EF4-FFF2-40B4-BE49-F238E27FC236}">
                      <a16:creationId xmlns:a16="http://schemas.microsoft.com/office/drawing/2014/main" id="{24BDB089-B1F3-2B4C-B5F1-A0266E81B7F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74541" y="1886722"/>
                  <a:ext cx="763236" cy="685028"/>
                </a:xfrm>
                <a:prstGeom prst="ellipse">
                  <a:avLst/>
                </a:prstGeom>
                <a:blipFill>
                  <a:blip r:embed="rId3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0" name="Oval 59">
                  <a:extLst>
                    <a:ext uri="{FF2B5EF4-FFF2-40B4-BE49-F238E27FC236}">
                      <a16:creationId xmlns:a16="http://schemas.microsoft.com/office/drawing/2014/main" id="{9EF24751-585E-614D-8394-BE44C21808E2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4577944" y="1886722"/>
                  <a:ext cx="728884" cy="685028"/>
                </a:xfrm>
                <a:prstGeom prst="ellipse">
                  <a:avLst/>
                </a:prstGeom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lIns="0" rIns="0"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𝑠𝑜𝑓𝑡𝑚𝑎𝑥</m:t>
                        </m:r>
                      </m:oMath>
                    </m:oMathPara>
                  </a14:m>
                  <a:endParaRPr lang="en-US" sz="1100" b="0" i="1" dirty="0">
                    <a:latin typeface="Cambria Math" panose="02040503050406030204" pitchFamily="18" charset="0"/>
                    <a:ea typeface="Cambria Math" panose="02040503050406030204" pitchFamily="18" charset="0"/>
                  </a:endParaRPr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1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sz="11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1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sz="11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𝑏𝑒𝑎𝑟</m:t>
                            </m:r>
                          </m:sub>
                        </m:sSub>
                        <m:r>
                          <a:rPr lang="en-US" sz="11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sz="1100" i="1" dirty="0">
                    <a:latin typeface="Cambria Math" panose="02040503050406030204" pitchFamily="18" charset="0"/>
                    <a:ea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60" name="Oval 59">
                  <a:extLst>
                    <a:ext uri="{FF2B5EF4-FFF2-40B4-BE49-F238E27FC236}">
                      <a16:creationId xmlns:a16="http://schemas.microsoft.com/office/drawing/2014/main" id="{9EF24751-585E-614D-8394-BE44C21808E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77944" y="1886722"/>
                  <a:ext cx="728884" cy="685028"/>
                </a:xfrm>
                <a:prstGeom prst="ellipse">
                  <a:avLst/>
                </a:prstGeom>
                <a:blipFill>
                  <a:blip r:embed="rId3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61" name="Straight Arrow Connector 60">
              <a:extLst>
                <a:ext uri="{FF2B5EF4-FFF2-40B4-BE49-F238E27FC236}">
                  <a16:creationId xmlns:a16="http://schemas.microsoft.com/office/drawing/2014/main" id="{606A988B-FC1A-4A46-8F85-7FAE5D7823DF}"/>
                </a:ext>
              </a:extLst>
            </p:cNvPr>
            <p:cNvCxnSpPr>
              <a:cxnSpLocks/>
              <a:stCxn id="59" idx="6"/>
              <a:endCxn id="60" idx="2"/>
            </p:cNvCxnSpPr>
            <p:nvPr/>
          </p:nvCxnSpPr>
          <p:spPr>
            <a:xfrm>
              <a:off x="4237777" y="2229236"/>
              <a:ext cx="340167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Arrow Connector 61">
              <a:extLst>
                <a:ext uri="{FF2B5EF4-FFF2-40B4-BE49-F238E27FC236}">
                  <a16:creationId xmlns:a16="http://schemas.microsoft.com/office/drawing/2014/main" id="{C214C8F1-C48D-A247-9255-B70D7EB93748}"/>
                </a:ext>
              </a:extLst>
            </p:cNvPr>
            <p:cNvCxnSpPr>
              <a:cxnSpLocks/>
              <a:stCxn id="60" idx="6"/>
            </p:cNvCxnSpPr>
            <p:nvPr/>
          </p:nvCxnSpPr>
          <p:spPr>
            <a:xfrm>
              <a:off x="5306828" y="2229236"/>
              <a:ext cx="196610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3" name="Rectangle 62">
                  <a:extLst>
                    <a:ext uri="{FF2B5EF4-FFF2-40B4-BE49-F238E27FC236}">
                      <a16:creationId xmlns:a16="http://schemas.microsoft.com/office/drawing/2014/main" id="{5E9177AB-AFDB-D240-BBF5-29C1E2263C8D}"/>
                    </a:ext>
                  </a:extLst>
                </p:cNvPr>
                <p:cNvSpPr/>
                <p:nvPr/>
              </p:nvSpPr>
              <p:spPr>
                <a:xfrm>
                  <a:off x="5503438" y="2090737"/>
                  <a:ext cx="1096069" cy="388923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100" i="1" smtClean="0"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US" sz="11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11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sz="1100" b="0" i="1" smtClean="0">
                            <a:latin typeface="Cambria Math" panose="02040503050406030204" pitchFamily="18" charset="0"/>
                          </a:rPr>
                          <m:t>=“</m:t>
                        </m:r>
                        <m:r>
                          <a:rPr lang="en-US" sz="1100" b="0" i="1" smtClean="0">
                            <a:latin typeface="Cambria Math" panose="02040503050406030204" pitchFamily="18" charset="0"/>
                          </a:rPr>
                          <m:t>𝑏𝑒𝑎𝑟</m:t>
                        </m:r>
                        <m:r>
                          <a:rPr lang="en-US" sz="1100" b="0" i="1" smtClean="0">
                            <a:latin typeface="Cambria Math" panose="02040503050406030204" pitchFamily="18" charset="0"/>
                          </a:rPr>
                          <m:t>”)</m:t>
                        </m:r>
                      </m:oMath>
                    </m:oMathPara>
                  </a14:m>
                  <a:endParaRPr lang="en-US" sz="1100" dirty="0"/>
                </a:p>
              </p:txBody>
            </p:sp>
          </mc:Choice>
          <mc:Fallback xmlns="">
            <p:sp>
              <p:nvSpPr>
                <p:cNvPr id="63" name="Rectangle 62">
                  <a:extLst>
                    <a:ext uri="{FF2B5EF4-FFF2-40B4-BE49-F238E27FC236}">
                      <a16:creationId xmlns:a16="http://schemas.microsoft.com/office/drawing/2014/main" id="{5E9177AB-AFDB-D240-BBF5-29C1E2263C8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03438" y="2090737"/>
                  <a:ext cx="1096069" cy="388923"/>
                </a:xfrm>
                <a:prstGeom prst="rect">
                  <a:avLst/>
                </a:prstGeom>
                <a:blipFill>
                  <a:blip r:embed="rId33"/>
                  <a:stretch>
                    <a:fillRect b="-454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64" name="Straight Arrow Connector 63">
              <a:extLst>
                <a:ext uri="{FF2B5EF4-FFF2-40B4-BE49-F238E27FC236}">
                  <a16:creationId xmlns:a16="http://schemas.microsoft.com/office/drawing/2014/main" id="{2F95E0DD-482A-B642-BB4B-7BA44B6C8F70}"/>
                </a:ext>
              </a:extLst>
            </p:cNvPr>
            <p:cNvCxnSpPr>
              <a:cxnSpLocks/>
            </p:cNvCxnSpPr>
            <p:nvPr/>
          </p:nvCxnSpPr>
          <p:spPr>
            <a:xfrm>
              <a:off x="3124448" y="1938579"/>
              <a:ext cx="350093" cy="127788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Arrow Connector 64">
              <a:extLst>
                <a:ext uri="{FF2B5EF4-FFF2-40B4-BE49-F238E27FC236}">
                  <a16:creationId xmlns:a16="http://schemas.microsoft.com/office/drawing/2014/main" id="{671AEAA0-D054-EE4F-BBD9-6E60B0E1154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160059" y="2507044"/>
              <a:ext cx="481434" cy="33458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Arrow Connector 65">
              <a:extLst>
                <a:ext uri="{FF2B5EF4-FFF2-40B4-BE49-F238E27FC236}">
                  <a16:creationId xmlns:a16="http://schemas.microsoft.com/office/drawing/2014/main" id="{303B8C18-4B2B-DA47-BA13-3388D69FC81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144719" y="2346332"/>
              <a:ext cx="362817" cy="19120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Arrow Connector 66">
              <a:extLst>
                <a:ext uri="{FF2B5EF4-FFF2-40B4-BE49-F238E27FC236}">
                  <a16:creationId xmlns:a16="http://schemas.microsoft.com/office/drawing/2014/main" id="{5E78099D-7167-D24C-961D-DE7BFE0C9341}"/>
                </a:ext>
              </a:extLst>
            </p:cNvPr>
            <p:cNvCxnSpPr>
              <a:cxnSpLocks/>
              <a:endCxn id="59" idx="2"/>
            </p:cNvCxnSpPr>
            <p:nvPr/>
          </p:nvCxnSpPr>
          <p:spPr>
            <a:xfrm>
              <a:off x="3124448" y="2229236"/>
              <a:ext cx="350093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Arrow Connector 67">
              <a:extLst>
                <a:ext uri="{FF2B5EF4-FFF2-40B4-BE49-F238E27FC236}">
                  <a16:creationId xmlns:a16="http://schemas.microsoft.com/office/drawing/2014/main" id="{F137FF76-E398-EE48-BCB8-57C5CE26B878}"/>
                </a:ext>
              </a:extLst>
            </p:cNvPr>
            <p:cNvCxnSpPr>
              <a:cxnSpLocks/>
            </p:cNvCxnSpPr>
            <p:nvPr/>
          </p:nvCxnSpPr>
          <p:spPr>
            <a:xfrm>
              <a:off x="3111313" y="1689928"/>
              <a:ext cx="511152" cy="227243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9" name="TextBox 68">
                  <a:extLst>
                    <a:ext uri="{FF2B5EF4-FFF2-40B4-BE49-F238E27FC236}">
                      <a16:creationId xmlns:a16="http://schemas.microsoft.com/office/drawing/2014/main" id="{D33D9224-A9BF-9B45-BC16-7B657573509D}"/>
                    </a:ext>
                  </a:extLst>
                </p:cNvPr>
                <p:cNvSpPr txBox="1"/>
                <p:nvPr/>
              </p:nvSpPr>
              <p:spPr>
                <a:xfrm>
                  <a:off x="2795564" y="1465601"/>
                  <a:ext cx="271220" cy="32330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1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1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1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US" sz="1100" dirty="0"/>
                </a:p>
              </p:txBody>
            </p:sp>
          </mc:Choice>
          <mc:Fallback xmlns="">
            <p:sp>
              <p:nvSpPr>
                <p:cNvPr id="69" name="TextBox 68">
                  <a:extLst>
                    <a:ext uri="{FF2B5EF4-FFF2-40B4-BE49-F238E27FC236}">
                      <a16:creationId xmlns:a16="http://schemas.microsoft.com/office/drawing/2014/main" id="{D33D9224-A9BF-9B45-BC16-7B657573509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95564" y="1465601"/>
                  <a:ext cx="271220" cy="323304"/>
                </a:xfrm>
                <a:prstGeom prst="rect">
                  <a:avLst/>
                </a:prstGeom>
                <a:blipFill>
                  <a:blip r:embed="rId34"/>
                  <a:stretch>
                    <a:fillRect b="-1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0" name="TextBox 69">
                  <a:extLst>
                    <a:ext uri="{FF2B5EF4-FFF2-40B4-BE49-F238E27FC236}">
                      <a16:creationId xmlns:a16="http://schemas.microsoft.com/office/drawing/2014/main" id="{E45F2EB3-36F1-4248-98EB-2C23EA8EE6CA}"/>
                    </a:ext>
                  </a:extLst>
                </p:cNvPr>
                <p:cNvSpPr txBox="1"/>
                <p:nvPr/>
              </p:nvSpPr>
              <p:spPr>
                <a:xfrm>
                  <a:off x="2780109" y="1742600"/>
                  <a:ext cx="271220" cy="32330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1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1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1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1100" dirty="0"/>
                </a:p>
              </p:txBody>
            </p:sp>
          </mc:Choice>
          <mc:Fallback xmlns="">
            <p:sp>
              <p:nvSpPr>
                <p:cNvPr id="70" name="TextBox 69">
                  <a:extLst>
                    <a:ext uri="{FF2B5EF4-FFF2-40B4-BE49-F238E27FC236}">
                      <a16:creationId xmlns:a16="http://schemas.microsoft.com/office/drawing/2014/main" id="{E45F2EB3-36F1-4248-98EB-2C23EA8EE6C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80109" y="1742600"/>
                  <a:ext cx="271220" cy="323304"/>
                </a:xfrm>
                <a:prstGeom prst="rect">
                  <a:avLst/>
                </a:prstGeom>
                <a:blipFill>
                  <a:blip r:embed="rId21"/>
                  <a:stretch>
                    <a:fillRect b="-1111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1" name="TextBox 70">
                  <a:extLst>
                    <a:ext uri="{FF2B5EF4-FFF2-40B4-BE49-F238E27FC236}">
                      <a16:creationId xmlns:a16="http://schemas.microsoft.com/office/drawing/2014/main" id="{D95B352E-5ACA-DA41-B4E8-25066354F1AF}"/>
                    </a:ext>
                  </a:extLst>
                </p:cNvPr>
                <p:cNvSpPr txBox="1"/>
                <p:nvPr/>
              </p:nvSpPr>
              <p:spPr>
                <a:xfrm>
                  <a:off x="2786676" y="2059129"/>
                  <a:ext cx="271220" cy="32330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1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1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1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sz="1100" dirty="0"/>
                </a:p>
              </p:txBody>
            </p:sp>
          </mc:Choice>
          <mc:Fallback xmlns="">
            <p:sp>
              <p:nvSpPr>
                <p:cNvPr id="71" name="TextBox 70">
                  <a:extLst>
                    <a:ext uri="{FF2B5EF4-FFF2-40B4-BE49-F238E27FC236}">
                      <a16:creationId xmlns:a16="http://schemas.microsoft.com/office/drawing/2014/main" id="{D95B352E-5ACA-DA41-B4E8-25066354F1A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86676" y="2059129"/>
                  <a:ext cx="271220" cy="323304"/>
                </a:xfrm>
                <a:prstGeom prst="rect">
                  <a:avLst/>
                </a:prstGeom>
                <a:blipFill>
                  <a:blip r:embed="rId35"/>
                  <a:stretch>
                    <a:fillRect b="-1052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2" name="TextBox 71">
                  <a:extLst>
                    <a:ext uri="{FF2B5EF4-FFF2-40B4-BE49-F238E27FC236}">
                      <a16:creationId xmlns:a16="http://schemas.microsoft.com/office/drawing/2014/main" id="{A7EDC58F-73AD-C24A-A53A-9C0AFC3E68FD}"/>
                    </a:ext>
                  </a:extLst>
                </p:cNvPr>
                <p:cNvSpPr txBox="1"/>
                <p:nvPr/>
              </p:nvSpPr>
              <p:spPr>
                <a:xfrm>
                  <a:off x="2787167" y="2351736"/>
                  <a:ext cx="271220" cy="32330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100" i="1" smtClean="0">
                            <a:latin typeface="Cambria Math" panose="02040503050406030204" pitchFamily="18" charset="0"/>
                          </a:rPr>
                          <m:t>…</m:t>
                        </m:r>
                      </m:oMath>
                    </m:oMathPara>
                  </a14:m>
                  <a:endParaRPr lang="en-US" sz="1100" dirty="0"/>
                </a:p>
              </p:txBody>
            </p:sp>
          </mc:Choice>
          <mc:Fallback xmlns="">
            <p:sp>
              <p:nvSpPr>
                <p:cNvPr id="72" name="TextBox 71">
                  <a:extLst>
                    <a:ext uri="{FF2B5EF4-FFF2-40B4-BE49-F238E27FC236}">
                      <a16:creationId xmlns:a16="http://schemas.microsoft.com/office/drawing/2014/main" id="{A7EDC58F-73AD-C24A-A53A-9C0AFC3E68F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87167" y="2351736"/>
                  <a:ext cx="271220" cy="323304"/>
                </a:xfrm>
                <a:prstGeom prst="rect">
                  <a:avLst/>
                </a:prstGeom>
                <a:blipFill>
                  <a:blip r:embed="rId2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3" name="TextBox 72">
                  <a:extLst>
                    <a:ext uri="{FF2B5EF4-FFF2-40B4-BE49-F238E27FC236}">
                      <a16:creationId xmlns:a16="http://schemas.microsoft.com/office/drawing/2014/main" id="{5D227461-EF6A-454E-9198-FB194C9180C1}"/>
                    </a:ext>
                  </a:extLst>
                </p:cNvPr>
                <p:cNvSpPr txBox="1"/>
                <p:nvPr/>
              </p:nvSpPr>
              <p:spPr>
                <a:xfrm>
                  <a:off x="3137693" y="1488456"/>
                  <a:ext cx="271220" cy="33289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sz="110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100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sz="11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  <m:sup>
                            <m:r>
                              <a:rPr lang="en-US" sz="11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p>
                        </m:sSubSup>
                      </m:oMath>
                    </m:oMathPara>
                  </a14:m>
                  <a:endParaRPr lang="en-US" sz="1100" dirty="0"/>
                </a:p>
              </p:txBody>
            </p:sp>
          </mc:Choice>
          <mc:Fallback xmlns="">
            <p:sp>
              <p:nvSpPr>
                <p:cNvPr id="73" name="TextBox 72">
                  <a:extLst>
                    <a:ext uri="{FF2B5EF4-FFF2-40B4-BE49-F238E27FC236}">
                      <a16:creationId xmlns:a16="http://schemas.microsoft.com/office/drawing/2014/main" id="{5D227461-EF6A-454E-9198-FB194C9180C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37693" y="1488456"/>
                  <a:ext cx="271220" cy="332893"/>
                </a:xfrm>
                <a:prstGeom prst="rect">
                  <a:avLst/>
                </a:prstGeom>
                <a:blipFill>
                  <a:blip r:embed="rId24"/>
                  <a:stretch>
                    <a:fillRect r="-9091" b="-1052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4" name="TextBox 73">
                  <a:extLst>
                    <a:ext uri="{FF2B5EF4-FFF2-40B4-BE49-F238E27FC236}">
                      <a16:creationId xmlns:a16="http://schemas.microsoft.com/office/drawing/2014/main" id="{01B1ABCB-B660-6C4F-889E-85679C2F6558}"/>
                    </a:ext>
                  </a:extLst>
                </p:cNvPr>
                <p:cNvSpPr txBox="1"/>
                <p:nvPr/>
              </p:nvSpPr>
              <p:spPr>
                <a:xfrm>
                  <a:off x="4228939" y="1955103"/>
                  <a:ext cx="271220" cy="32330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1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100" b="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sz="11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oMath>
                    </m:oMathPara>
                  </a14:m>
                  <a:endParaRPr lang="en-US" sz="1100" dirty="0"/>
                </a:p>
              </p:txBody>
            </p:sp>
          </mc:Choice>
          <mc:Fallback xmlns="">
            <p:sp>
              <p:nvSpPr>
                <p:cNvPr id="74" name="TextBox 73">
                  <a:extLst>
                    <a:ext uri="{FF2B5EF4-FFF2-40B4-BE49-F238E27FC236}">
                      <a16:creationId xmlns:a16="http://schemas.microsoft.com/office/drawing/2014/main" id="{01B1ABCB-B660-6C4F-889E-85679C2F655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28939" y="1955103"/>
                  <a:ext cx="271220" cy="323304"/>
                </a:xfrm>
                <a:prstGeom prst="rect">
                  <a:avLst/>
                </a:prstGeom>
                <a:blipFill>
                  <a:blip r:embed="rId25"/>
                  <a:stretch>
                    <a:fillRect b="-1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5" name="TextBox 74">
                  <a:extLst>
                    <a:ext uri="{FF2B5EF4-FFF2-40B4-BE49-F238E27FC236}">
                      <a16:creationId xmlns:a16="http://schemas.microsoft.com/office/drawing/2014/main" id="{DB525EBC-2208-7146-8C26-57564614B9A8}"/>
                    </a:ext>
                  </a:extLst>
                </p:cNvPr>
                <p:cNvSpPr txBox="1"/>
                <p:nvPr/>
              </p:nvSpPr>
              <p:spPr>
                <a:xfrm>
                  <a:off x="2804149" y="2674335"/>
                  <a:ext cx="271220" cy="33939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1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1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100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b>
                        </m:sSub>
                      </m:oMath>
                    </m:oMathPara>
                  </a14:m>
                  <a:endParaRPr lang="en-US" sz="1100" dirty="0"/>
                </a:p>
              </p:txBody>
            </p:sp>
          </mc:Choice>
          <mc:Fallback xmlns="">
            <p:sp>
              <p:nvSpPr>
                <p:cNvPr id="75" name="TextBox 74">
                  <a:extLst>
                    <a:ext uri="{FF2B5EF4-FFF2-40B4-BE49-F238E27FC236}">
                      <a16:creationId xmlns:a16="http://schemas.microsoft.com/office/drawing/2014/main" id="{DB525EBC-2208-7146-8C26-57564614B9A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04149" y="2674335"/>
                  <a:ext cx="271220" cy="339391"/>
                </a:xfrm>
                <a:prstGeom prst="rect">
                  <a:avLst/>
                </a:prstGeom>
                <a:blipFill>
                  <a:blip r:embed="rId36"/>
                  <a:stretch>
                    <a:fillRect b="-1578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907DD2EB-AF41-0D4B-B69C-0A3ECB065704}"/>
                </a:ext>
              </a:extLst>
            </p:cNvPr>
            <p:cNvSpPr txBox="1"/>
            <p:nvPr/>
          </p:nvSpPr>
          <p:spPr>
            <a:xfrm>
              <a:off x="3663310" y="1494996"/>
              <a:ext cx="1392708" cy="3889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/>
                <a:t>k = “bear”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7" name="TextBox 76">
                  <a:extLst>
                    <a:ext uri="{FF2B5EF4-FFF2-40B4-BE49-F238E27FC236}">
                      <a16:creationId xmlns:a16="http://schemas.microsoft.com/office/drawing/2014/main" id="{7FF46807-D702-2648-9AE4-4558DFA72AA5}"/>
                    </a:ext>
                  </a:extLst>
                </p:cNvPr>
                <p:cNvSpPr txBox="1"/>
                <p:nvPr/>
              </p:nvSpPr>
              <p:spPr>
                <a:xfrm>
                  <a:off x="3086397" y="1725301"/>
                  <a:ext cx="271220" cy="33114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sz="110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100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sz="11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  <m:sup>
                            <m:r>
                              <a:rPr lang="en-US" sz="11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bSup>
                      </m:oMath>
                    </m:oMathPara>
                  </a14:m>
                  <a:endParaRPr lang="en-US" sz="1100" dirty="0"/>
                </a:p>
              </p:txBody>
            </p:sp>
          </mc:Choice>
          <mc:Fallback xmlns="">
            <p:sp>
              <p:nvSpPr>
                <p:cNvPr id="77" name="TextBox 76">
                  <a:extLst>
                    <a:ext uri="{FF2B5EF4-FFF2-40B4-BE49-F238E27FC236}">
                      <a16:creationId xmlns:a16="http://schemas.microsoft.com/office/drawing/2014/main" id="{7FF46807-D702-2648-9AE4-4558DFA72AA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86397" y="1725301"/>
                  <a:ext cx="271220" cy="331149"/>
                </a:xfrm>
                <a:prstGeom prst="rect">
                  <a:avLst/>
                </a:prstGeom>
                <a:blipFill>
                  <a:blip r:embed="rId37"/>
                  <a:stretch>
                    <a:fillRect r="-9091" b="-1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8" name="TextBox 77">
                  <a:extLst>
                    <a:ext uri="{FF2B5EF4-FFF2-40B4-BE49-F238E27FC236}">
                      <a16:creationId xmlns:a16="http://schemas.microsoft.com/office/drawing/2014/main" id="{51635E18-0738-324E-8839-4C78D402C85F}"/>
                    </a:ext>
                  </a:extLst>
                </p:cNvPr>
                <p:cNvSpPr txBox="1"/>
                <p:nvPr/>
              </p:nvSpPr>
              <p:spPr>
                <a:xfrm>
                  <a:off x="3061622" y="1981158"/>
                  <a:ext cx="271220" cy="33162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sz="110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100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sz="11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  <m:sup>
                            <m:r>
                              <a:rPr lang="en-US" sz="11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oMath>
                    </m:oMathPara>
                  </a14:m>
                  <a:endParaRPr lang="en-US" sz="1100" dirty="0"/>
                </a:p>
              </p:txBody>
            </p:sp>
          </mc:Choice>
          <mc:Fallback xmlns="">
            <p:sp>
              <p:nvSpPr>
                <p:cNvPr id="78" name="TextBox 77">
                  <a:extLst>
                    <a:ext uri="{FF2B5EF4-FFF2-40B4-BE49-F238E27FC236}">
                      <a16:creationId xmlns:a16="http://schemas.microsoft.com/office/drawing/2014/main" id="{51635E18-0738-324E-8839-4C78D402C85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61622" y="1981158"/>
                  <a:ext cx="271220" cy="331625"/>
                </a:xfrm>
                <a:prstGeom prst="rect">
                  <a:avLst/>
                </a:prstGeom>
                <a:blipFill>
                  <a:blip r:embed="rId38"/>
                  <a:stretch>
                    <a:fillRect r="-9091" b="-1111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9" name="TextBox 78">
                  <a:extLst>
                    <a:ext uri="{FF2B5EF4-FFF2-40B4-BE49-F238E27FC236}">
                      <a16:creationId xmlns:a16="http://schemas.microsoft.com/office/drawing/2014/main" id="{7BA5B652-A673-124F-AF31-26ACF86F1BE6}"/>
                    </a:ext>
                  </a:extLst>
                </p:cNvPr>
                <p:cNvSpPr txBox="1"/>
                <p:nvPr/>
              </p:nvSpPr>
              <p:spPr>
                <a:xfrm>
                  <a:off x="3008258" y="2237761"/>
                  <a:ext cx="271220" cy="32330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sz="110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100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sz="11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  <m:sup>
                            <m:r>
                              <a:rPr lang="en-US" sz="1100" b="0" i="1" smtClean="0">
                                <a:latin typeface="Cambria Math" panose="02040503050406030204" pitchFamily="18" charset="0"/>
                              </a:rPr>
                              <m:t>…</m:t>
                            </m:r>
                          </m:sup>
                        </m:sSubSup>
                      </m:oMath>
                    </m:oMathPara>
                  </a14:m>
                  <a:endParaRPr lang="en-US" sz="1100" dirty="0"/>
                </a:p>
              </p:txBody>
            </p:sp>
          </mc:Choice>
          <mc:Fallback xmlns="">
            <p:sp>
              <p:nvSpPr>
                <p:cNvPr id="79" name="TextBox 78">
                  <a:extLst>
                    <a:ext uri="{FF2B5EF4-FFF2-40B4-BE49-F238E27FC236}">
                      <a16:creationId xmlns:a16="http://schemas.microsoft.com/office/drawing/2014/main" id="{7BA5B652-A673-124F-AF31-26ACF86F1BE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08258" y="2237761"/>
                  <a:ext cx="271220" cy="323304"/>
                </a:xfrm>
                <a:prstGeom prst="rect">
                  <a:avLst/>
                </a:prstGeom>
                <a:blipFill>
                  <a:blip r:embed="rId29"/>
                  <a:stretch>
                    <a:fillRect r="-9091" b="-1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0" name="TextBox 79">
                  <a:extLst>
                    <a:ext uri="{FF2B5EF4-FFF2-40B4-BE49-F238E27FC236}">
                      <a16:creationId xmlns:a16="http://schemas.microsoft.com/office/drawing/2014/main" id="{7A7977BB-FE38-6641-AF45-5834D4E25D7E}"/>
                    </a:ext>
                  </a:extLst>
                </p:cNvPr>
                <p:cNvSpPr txBox="1"/>
                <p:nvPr/>
              </p:nvSpPr>
              <p:spPr>
                <a:xfrm>
                  <a:off x="3054207" y="2492165"/>
                  <a:ext cx="271220" cy="34660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sz="110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100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sz="11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  <m:sup>
                            <m:r>
                              <a:rPr lang="en-US" sz="1100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p>
                        </m:sSubSup>
                      </m:oMath>
                    </m:oMathPara>
                  </a14:m>
                  <a:endParaRPr lang="en-US" sz="1100" dirty="0"/>
                </a:p>
              </p:txBody>
            </p:sp>
          </mc:Choice>
          <mc:Fallback xmlns="">
            <p:sp>
              <p:nvSpPr>
                <p:cNvPr id="80" name="TextBox 79">
                  <a:extLst>
                    <a:ext uri="{FF2B5EF4-FFF2-40B4-BE49-F238E27FC236}">
                      <a16:creationId xmlns:a16="http://schemas.microsoft.com/office/drawing/2014/main" id="{7A7977BB-FE38-6641-AF45-5834D4E25D7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54207" y="2492165"/>
                  <a:ext cx="271220" cy="346601"/>
                </a:xfrm>
                <a:prstGeom prst="rect">
                  <a:avLst/>
                </a:prstGeom>
                <a:blipFill>
                  <a:blip r:embed="rId39"/>
                  <a:stretch>
                    <a:fillRect r="-8696" b="-10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1" name="Left Bracket 80">
              <a:extLst>
                <a:ext uri="{FF2B5EF4-FFF2-40B4-BE49-F238E27FC236}">
                  <a16:creationId xmlns:a16="http://schemas.microsoft.com/office/drawing/2014/main" id="{E26A050A-8E4C-794D-AA86-C30A5ECEC2E1}"/>
                </a:ext>
              </a:extLst>
            </p:cNvPr>
            <p:cNvSpPr/>
            <p:nvPr/>
          </p:nvSpPr>
          <p:spPr>
            <a:xfrm>
              <a:off x="2769228" y="1529417"/>
              <a:ext cx="45719" cy="1481324"/>
            </a:xfrm>
            <a:prstGeom prst="leftBracke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  <p:sp>
          <p:nvSpPr>
            <p:cNvPr id="82" name="Right Bracket 81">
              <a:extLst>
                <a:ext uri="{FF2B5EF4-FFF2-40B4-BE49-F238E27FC236}">
                  <a16:creationId xmlns:a16="http://schemas.microsoft.com/office/drawing/2014/main" id="{1FE3ED00-4D56-614E-B9CC-DA8F3C92B9BC}"/>
                </a:ext>
              </a:extLst>
            </p:cNvPr>
            <p:cNvSpPr/>
            <p:nvPr/>
          </p:nvSpPr>
          <p:spPr>
            <a:xfrm>
              <a:off x="3040448" y="1529417"/>
              <a:ext cx="45719" cy="1481324"/>
            </a:xfrm>
            <a:prstGeom prst="rightBracke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13B390D8-9501-3F4B-8E3B-BE580921FA13}"/>
                </a:ext>
              </a:extLst>
            </p:cNvPr>
            <p:cNvSpPr txBox="1"/>
            <p:nvPr/>
          </p:nvSpPr>
          <p:spPr>
            <a:xfrm>
              <a:off x="2794042" y="1312519"/>
              <a:ext cx="294079" cy="3137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50" i="1" dirty="0"/>
                <a:t>X</a:t>
              </a:r>
            </a:p>
          </p:txBody>
        </p:sp>
      </p:grpSp>
      <p:sp>
        <p:nvSpPr>
          <p:cNvPr id="86" name="TextBox 85">
            <a:extLst>
              <a:ext uri="{FF2B5EF4-FFF2-40B4-BE49-F238E27FC236}">
                <a16:creationId xmlns:a16="http://schemas.microsoft.com/office/drawing/2014/main" id="{62BBA51E-E4E8-194F-9487-F0771E4206FC}"/>
              </a:ext>
            </a:extLst>
          </p:cNvPr>
          <p:cNvSpPr txBox="1"/>
          <p:nvPr/>
        </p:nvSpPr>
        <p:spPr>
          <a:xfrm>
            <a:off x="6829552" y="3073692"/>
            <a:ext cx="1156138" cy="307777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dirty="0"/>
              <a:t>Cat: 0.05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FF57C038-97A4-C94D-9955-44DB37BB764B}"/>
              </a:ext>
            </a:extLst>
          </p:cNvPr>
          <p:cNvSpPr txBox="1"/>
          <p:nvPr/>
        </p:nvSpPr>
        <p:spPr>
          <a:xfrm>
            <a:off x="6829552" y="4292549"/>
            <a:ext cx="1156138" cy="307777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dirty="0"/>
              <a:t>Bear: 0.05</a:t>
            </a:r>
          </a:p>
        </p:txBody>
      </p:sp>
      <p:sp>
        <p:nvSpPr>
          <p:cNvPr id="31" name="Right Arrow 30">
            <a:extLst>
              <a:ext uri="{FF2B5EF4-FFF2-40B4-BE49-F238E27FC236}">
                <a16:creationId xmlns:a16="http://schemas.microsoft.com/office/drawing/2014/main" id="{D27467A0-BCF7-9C4D-A927-200C35FEC895}"/>
              </a:ext>
            </a:extLst>
          </p:cNvPr>
          <p:cNvSpPr/>
          <p:nvPr/>
        </p:nvSpPr>
        <p:spPr>
          <a:xfrm>
            <a:off x="1810182" y="2835351"/>
            <a:ext cx="679010" cy="307777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" name="Right Arrow 88">
            <a:extLst>
              <a:ext uri="{FF2B5EF4-FFF2-40B4-BE49-F238E27FC236}">
                <a16:creationId xmlns:a16="http://schemas.microsoft.com/office/drawing/2014/main" id="{3E531B28-92ED-F74A-B29E-8F3A6A20519A}"/>
              </a:ext>
            </a:extLst>
          </p:cNvPr>
          <p:cNvSpPr/>
          <p:nvPr/>
        </p:nvSpPr>
        <p:spPr>
          <a:xfrm rot="18933224">
            <a:off x="1773951" y="1776596"/>
            <a:ext cx="679010" cy="307777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" name="Right Arrow 89">
            <a:extLst>
              <a:ext uri="{FF2B5EF4-FFF2-40B4-BE49-F238E27FC236}">
                <a16:creationId xmlns:a16="http://schemas.microsoft.com/office/drawing/2014/main" id="{39A8ABC0-2548-954B-AFD9-E1F100712B79}"/>
              </a:ext>
            </a:extLst>
          </p:cNvPr>
          <p:cNvSpPr/>
          <p:nvPr/>
        </p:nvSpPr>
        <p:spPr>
          <a:xfrm rot="2334296">
            <a:off x="1722168" y="3737904"/>
            <a:ext cx="679010" cy="307777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792976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9EC7A4-6511-144D-AE49-AE1CED612A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Softmax</a:t>
            </a:r>
            <a:r>
              <a:rPr lang="en-US" dirty="0"/>
              <a:t> regression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D45DAC-8A39-3643-9162-25F6CD3D34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00151"/>
            <a:ext cx="8229600" cy="676275"/>
          </a:xfrm>
        </p:spPr>
        <p:txBody>
          <a:bodyPr/>
          <a:lstStyle/>
          <a:p>
            <a:pPr marL="0" indent="0">
              <a:buNone/>
            </a:pPr>
            <a:r>
              <a:rPr lang="en-US" sz="1800" dirty="0"/>
              <a:t>In </a:t>
            </a:r>
            <a:r>
              <a:rPr lang="en-US" sz="1800" dirty="0" err="1"/>
              <a:t>softmax</a:t>
            </a:r>
            <a:r>
              <a:rPr lang="en-US" sz="1800" dirty="0"/>
              <a:t> regression we use </a:t>
            </a:r>
            <a:r>
              <a:rPr lang="en-US" sz="1800" b="1" dirty="0"/>
              <a:t>cross entropy </a:t>
            </a:r>
            <a:r>
              <a:rPr lang="en-US" sz="1800" dirty="0"/>
              <a:t>as the cost function instead of negative log likelihood as we did for logistic regression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1CA0319-3C17-944D-89C3-5D90D1C09C80}"/>
                  </a:ext>
                </a:extLst>
              </p:cNvPr>
              <p:cNvSpPr txBox="1"/>
              <p:nvPr/>
            </p:nvSpPr>
            <p:spPr>
              <a:xfrm>
                <a:off x="3974084" y="1935458"/>
                <a:ext cx="4227055" cy="77893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a:rPr lang="en-US" b="0" i="0" smtClean="0">
                              <a:latin typeface="Cambria Math" panose="02040503050406030204" pitchFamily="18" charset="0"/>
                            </a:rPr>
                            <m:t>=−</m:t>
                          </m:r>
                        </m:fName>
                        <m:e>
                          <m:nary>
                            <m:naryPr>
                              <m:chr m:val="∑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p>
                            <m:e>
                              <m:nary>
                                <m:naryPr>
                                  <m:chr m:val="∑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=1</m:t>
                                  </m:r>
                                </m:sub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𝐾</m:t>
                                  </m:r>
                                </m:sup>
                                <m:e>
                                  <m:sSubSup>
                                    <m:sSubSup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  <m:sup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sup>
                                  </m:sSubSup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⁡(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𝑠𝑜𝑓𝑡𝑚𝑎𝑥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</m:e>
                              </m:nary>
                            </m:e>
                          </m:nary>
                          <m:sSubSup>
                            <m:sSubSupPr>
                              <m:ctrlPr>
                                <a:rPr lang="en-US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</m:sub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en-US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))</m:t>
                          </m:r>
                        </m:e>
                      </m:func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1CA0319-3C17-944D-89C3-5D90D1C09C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74084" y="1935458"/>
                <a:ext cx="4227055" cy="778931"/>
              </a:xfrm>
              <a:prstGeom prst="rect">
                <a:avLst/>
              </a:prstGeom>
              <a:blipFill>
                <a:blip r:embed="rId2"/>
                <a:stretch>
                  <a:fillRect l="-898" t="-111290" r="-1497" b="-1741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EF2F019-AA70-CF48-9D31-4038DDED243A}"/>
                  </a:ext>
                </a:extLst>
              </p:cNvPr>
              <p:cNvSpPr txBox="1"/>
              <p:nvPr/>
            </p:nvSpPr>
            <p:spPr>
              <a:xfrm>
                <a:off x="6328754" y="2571750"/>
                <a:ext cx="2370114" cy="4409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US" sz="100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10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10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en-US" sz="10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1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10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bSup>
                  </m:oMath>
                </a14:m>
                <a:r>
                  <a:rPr lang="en-US" sz="1000" dirty="0"/>
                  <a:t> is the probability that the </a:t>
                </a:r>
                <a:r>
                  <a:rPr lang="en-US" sz="1000" dirty="0" err="1"/>
                  <a:t>i</a:t>
                </a:r>
                <a:r>
                  <a:rPr lang="en-US" sz="1000" baseline="30000" dirty="0" err="1"/>
                  <a:t>th</a:t>
                </a:r>
                <a:r>
                  <a:rPr lang="en-US" sz="1000" dirty="0"/>
                  <a:t> instance belongs to class k (0 or 1)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EF2F019-AA70-CF48-9D31-4038DDED24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28754" y="2571750"/>
                <a:ext cx="2370114" cy="440955"/>
              </a:xfrm>
              <a:prstGeom prst="rect">
                <a:avLst/>
              </a:prstGeom>
              <a:blipFill>
                <a:blip r:embed="rId3"/>
                <a:stretch>
                  <a:fillRect b="-5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B5FCE1E8-F3AC-9A44-95F0-3DE051E5A1CD}"/>
              </a:ext>
            </a:extLst>
          </p:cNvPr>
          <p:cNvSpPr txBox="1">
            <a:spLocks/>
          </p:cNvSpPr>
          <p:nvPr/>
        </p:nvSpPr>
        <p:spPr bwMode="auto">
          <a:xfrm>
            <a:off x="457200" y="3769359"/>
            <a:ext cx="8229600" cy="5107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742950" indent="-28575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11430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6002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20574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US" sz="1800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6E6C474-B543-6F48-A173-D495BAE6D387}"/>
              </a:ext>
            </a:extLst>
          </p:cNvPr>
          <p:cNvSpPr txBox="1">
            <a:spLocks/>
          </p:cNvSpPr>
          <p:nvPr/>
        </p:nvSpPr>
        <p:spPr bwMode="auto">
          <a:xfrm>
            <a:off x="457200" y="3185396"/>
            <a:ext cx="8229600" cy="676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742950" indent="-28575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11430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6002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20574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600"/>
              </a:spcAft>
            </a:pPr>
            <a:r>
              <a:rPr lang="en-US" sz="1800" dirty="0"/>
              <a:t>When there are just 2 classes, we can show that the above cost function is equivalent to negative log likelihood</a:t>
            </a:r>
          </a:p>
          <a:p>
            <a:pPr>
              <a:spcAft>
                <a:spcPts val="600"/>
              </a:spcAft>
            </a:pPr>
            <a:r>
              <a:rPr lang="en-US" sz="1800" dirty="0"/>
              <a:t>As in logistic regression, we solve for </a:t>
            </a:r>
            <a:r>
              <a:rPr lang="en-US" sz="1800" i="1" dirty="0"/>
              <a:t>w</a:t>
            </a:r>
            <a:r>
              <a:rPr lang="en-US" sz="1800" dirty="0"/>
              <a:t> that minimizes this using gradient descent.  We can then apply our model and take the class with the highest probability as the predicted class</a:t>
            </a:r>
          </a:p>
          <a:p>
            <a:pPr>
              <a:spcAft>
                <a:spcPts val="600"/>
              </a:spcAft>
            </a:pPr>
            <a:endParaRPr lang="en-US" sz="1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416AD9D-4A72-ABC1-933F-5757C11520F1}"/>
                  </a:ext>
                </a:extLst>
              </p:cNvPr>
              <p:cNvSpPr txBox="1"/>
              <p:nvPr/>
            </p:nvSpPr>
            <p:spPr>
              <a:xfrm>
                <a:off x="544493" y="1988059"/>
                <a:ext cx="3003386" cy="77893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𝐻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=−</m:t>
                      </m:r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log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⁡[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]</m:t>
                          </m:r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416AD9D-4A72-ABC1-933F-5757C11520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4493" y="1988059"/>
                <a:ext cx="3003386" cy="778931"/>
              </a:xfrm>
              <a:prstGeom prst="rect">
                <a:avLst/>
              </a:prstGeom>
              <a:blipFill>
                <a:blip r:embed="rId4"/>
                <a:stretch>
                  <a:fillRect l="-840" t="-111290" r="-2101" b="-1741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0243323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D064CA-C15A-2842-81A4-0DFB35E5F0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988" y="1805748"/>
            <a:ext cx="8328025" cy="1874575"/>
          </a:xfrm>
        </p:spPr>
        <p:txBody>
          <a:bodyPr/>
          <a:lstStyle/>
          <a:p>
            <a:pPr>
              <a:defRPr/>
            </a:pPr>
            <a:r>
              <a:rPr lang="en-US" dirty="0"/>
              <a:t>K Nearest Neighbors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986999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C90244-B68F-BE49-97FA-CED6B83555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 Nearest Neighbors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8B70CF-1BB9-7E43-82EB-34E11BCCAA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1" y="1200151"/>
            <a:ext cx="4202264" cy="3181350"/>
          </a:xfrm>
        </p:spPr>
        <p:txBody>
          <a:bodyPr/>
          <a:lstStyle/>
          <a:p>
            <a:pPr>
              <a:spcAft>
                <a:spcPts val="400"/>
              </a:spcAft>
            </a:pPr>
            <a:r>
              <a:rPr lang="en-US" sz="1800" dirty="0"/>
              <a:t>One very simple way we can predict the class of a new datapoint is by assigning it the same class as the closest training point (nearest neighbor)</a:t>
            </a:r>
          </a:p>
          <a:p>
            <a:pPr>
              <a:spcAft>
                <a:spcPts val="400"/>
              </a:spcAft>
            </a:pPr>
            <a:r>
              <a:rPr lang="en-US" sz="1800" dirty="0"/>
              <a:t>A more robust method would be to take the majority vote over the </a:t>
            </a:r>
            <a:r>
              <a:rPr lang="en-US" sz="1800" i="1" dirty="0"/>
              <a:t>k</a:t>
            </a:r>
            <a:r>
              <a:rPr lang="en-US" sz="1800" dirty="0"/>
              <a:t> nearest points (“K Nearest Neighbors”)</a:t>
            </a:r>
          </a:p>
          <a:p>
            <a:pPr>
              <a:spcAft>
                <a:spcPts val="400"/>
              </a:spcAft>
            </a:pPr>
            <a:r>
              <a:rPr lang="en-US" sz="1800" dirty="0"/>
              <a:t>K is a hyperparameter we can set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D0C0E84C-0989-154C-8F6B-00DC94EF32AF}"/>
              </a:ext>
            </a:extLst>
          </p:cNvPr>
          <p:cNvSpPr>
            <a:spLocks noChangeAspect="1"/>
          </p:cNvSpPr>
          <p:nvPr/>
        </p:nvSpPr>
        <p:spPr>
          <a:xfrm>
            <a:off x="5590478" y="2790825"/>
            <a:ext cx="232643" cy="217771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BC394880-9860-D345-A60E-5392DA3B4A42}"/>
              </a:ext>
            </a:extLst>
          </p:cNvPr>
          <p:cNvSpPr>
            <a:spLocks noChangeAspect="1"/>
          </p:cNvSpPr>
          <p:nvPr/>
        </p:nvSpPr>
        <p:spPr>
          <a:xfrm>
            <a:off x="5526196" y="3313251"/>
            <a:ext cx="232643" cy="217771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DDC51B5-56DB-C94A-8A31-09DE58D9960E}"/>
              </a:ext>
            </a:extLst>
          </p:cNvPr>
          <p:cNvSpPr>
            <a:spLocks noChangeAspect="1"/>
          </p:cNvSpPr>
          <p:nvPr/>
        </p:nvSpPr>
        <p:spPr>
          <a:xfrm>
            <a:off x="7513298" y="2552978"/>
            <a:ext cx="232643" cy="217771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2D3440B4-3FF5-814D-B97B-AE577AF4B790}"/>
              </a:ext>
            </a:extLst>
          </p:cNvPr>
          <p:cNvSpPr>
            <a:spLocks noChangeAspect="1"/>
          </p:cNvSpPr>
          <p:nvPr/>
        </p:nvSpPr>
        <p:spPr>
          <a:xfrm>
            <a:off x="6687015" y="3455814"/>
            <a:ext cx="232643" cy="217771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6EDB4DEF-A1B7-5E48-B299-E97B495E25C8}"/>
              </a:ext>
            </a:extLst>
          </p:cNvPr>
          <p:cNvSpPr>
            <a:spLocks noChangeAspect="1"/>
          </p:cNvSpPr>
          <p:nvPr/>
        </p:nvSpPr>
        <p:spPr>
          <a:xfrm>
            <a:off x="6295008" y="2522337"/>
            <a:ext cx="232643" cy="217771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184E1679-6176-0242-A3D7-BF80848A2602}"/>
              </a:ext>
            </a:extLst>
          </p:cNvPr>
          <p:cNvSpPr>
            <a:spLocks noChangeAspect="1"/>
          </p:cNvSpPr>
          <p:nvPr/>
        </p:nvSpPr>
        <p:spPr>
          <a:xfrm>
            <a:off x="5192792" y="2556649"/>
            <a:ext cx="232643" cy="217771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E1574D17-824E-F749-8E06-937B62967B24}"/>
              </a:ext>
            </a:extLst>
          </p:cNvPr>
          <p:cNvSpPr>
            <a:spLocks noChangeAspect="1"/>
          </p:cNvSpPr>
          <p:nvPr/>
        </p:nvSpPr>
        <p:spPr>
          <a:xfrm>
            <a:off x="6148040" y="3812864"/>
            <a:ext cx="232643" cy="217771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37E13B3B-A48F-8542-9C6F-DE85E1EDC6AC}"/>
              </a:ext>
            </a:extLst>
          </p:cNvPr>
          <p:cNvSpPr>
            <a:spLocks noChangeAspect="1"/>
          </p:cNvSpPr>
          <p:nvPr/>
        </p:nvSpPr>
        <p:spPr>
          <a:xfrm>
            <a:off x="5790662" y="2147814"/>
            <a:ext cx="232643" cy="217771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4298EF27-A186-4141-BB66-02166D01D886}"/>
              </a:ext>
            </a:extLst>
          </p:cNvPr>
          <p:cNvSpPr>
            <a:spLocks noChangeAspect="1"/>
          </p:cNvSpPr>
          <p:nvPr/>
        </p:nvSpPr>
        <p:spPr>
          <a:xfrm>
            <a:off x="6993286" y="3015999"/>
            <a:ext cx="232643" cy="217771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4A229B2-89EC-7D4A-BFE0-5DCE61E903DF}"/>
              </a:ext>
            </a:extLst>
          </p:cNvPr>
          <p:cNvSpPr>
            <a:spLocks noChangeAspect="1"/>
          </p:cNvSpPr>
          <p:nvPr/>
        </p:nvSpPr>
        <p:spPr>
          <a:xfrm>
            <a:off x="6803336" y="2229542"/>
            <a:ext cx="232643" cy="217771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4C89CB60-8AF3-AD43-8311-BE963390292B}"/>
              </a:ext>
            </a:extLst>
          </p:cNvPr>
          <p:cNvSpPr>
            <a:spLocks noChangeAspect="1"/>
          </p:cNvSpPr>
          <p:nvPr/>
        </p:nvSpPr>
        <p:spPr>
          <a:xfrm>
            <a:off x="7396977" y="2102470"/>
            <a:ext cx="232643" cy="217771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2E313FBD-DAFF-AE47-94C5-6C76DF5E4563}"/>
              </a:ext>
            </a:extLst>
          </p:cNvPr>
          <p:cNvSpPr>
            <a:spLocks noChangeAspect="1"/>
          </p:cNvSpPr>
          <p:nvPr/>
        </p:nvSpPr>
        <p:spPr>
          <a:xfrm>
            <a:off x="8021445" y="2435037"/>
            <a:ext cx="232643" cy="217771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EE103988-2A57-D043-AD1E-BE33AB6B30E6}"/>
              </a:ext>
            </a:extLst>
          </p:cNvPr>
          <p:cNvSpPr>
            <a:spLocks noChangeAspect="1"/>
          </p:cNvSpPr>
          <p:nvPr/>
        </p:nvSpPr>
        <p:spPr>
          <a:xfrm>
            <a:off x="7486816" y="1541485"/>
            <a:ext cx="232643" cy="217771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C32D78AF-775B-5441-85D1-0B7CF256A3F8}"/>
              </a:ext>
            </a:extLst>
          </p:cNvPr>
          <p:cNvSpPr>
            <a:spLocks noChangeAspect="1"/>
          </p:cNvSpPr>
          <p:nvPr/>
        </p:nvSpPr>
        <p:spPr>
          <a:xfrm>
            <a:off x="6561726" y="1578800"/>
            <a:ext cx="232643" cy="217771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67443A0E-6DCF-984A-BFCF-06229450B1A7}"/>
              </a:ext>
            </a:extLst>
          </p:cNvPr>
          <p:cNvCxnSpPr>
            <a:cxnSpLocks/>
          </p:cNvCxnSpPr>
          <p:nvPr/>
        </p:nvCxnSpPr>
        <p:spPr>
          <a:xfrm flipV="1">
            <a:off x="4901938" y="1346486"/>
            <a:ext cx="0" cy="303501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ACE37058-EBC5-2546-8786-FAB0FA837AC9}"/>
              </a:ext>
            </a:extLst>
          </p:cNvPr>
          <p:cNvCxnSpPr>
            <a:cxnSpLocks/>
          </p:cNvCxnSpPr>
          <p:nvPr/>
        </p:nvCxnSpPr>
        <p:spPr>
          <a:xfrm>
            <a:off x="4901938" y="4381501"/>
            <a:ext cx="378486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796F5127-3CAB-2844-AE34-3317475A5D6E}"/>
              </a:ext>
            </a:extLst>
          </p:cNvPr>
          <p:cNvSpPr txBox="1"/>
          <p:nvPr/>
        </p:nvSpPr>
        <p:spPr>
          <a:xfrm>
            <a:off x="8665136" y="4136687"/>
            <a:ext cx="4780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x</a:t>
            </a:r>
            <a:r>
              <a:rPr lang="en-US" baseline="-25000" dirty="0"/>
              <a:t>1</a:t>
            </a:r>
            <a:endParaRPr lang="en-US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3179723-CF2C-CD45-AD7E-F9C74ADFD3CD}"/>
              </a:ext>
            </a:extLst>
          </p:cNvPr>
          <p:cNvSpPr txBox="1"/>
          <p:nvPr/>
        </p:nvSpPr>
        <p:spPr>
          <a:xfrm>
            <a:off x="4718161" y="961841"/>
            <a:ext cx="4780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x</a:t>
            </a:r>
            <a:r>
              <a:rPr lang="en-US" baseline="-25000" dirty="0"/>
              <a:t>2</a:t>
            </a:r>
            <a:endParaRPr lang="en-US" dirty="0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0E54EBAA-EEE0-C248-9F65-E7B76D61F33E}"/>
              </a:ext>
            </a:extLst>
          </p:cNvPr>
          <p:cNvSpPr>
            <a:spLocks noChangeAspect="1"/>
          </p:cNvSpPr>
          <p:nvPr/>
        </p:nvSpPr>
        <p:spPr>
          <a:xfrm>
            <a:off x="6678047" y="4031344"/>
            <a:ext cx="232643" cy="217771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DD2CEE17-05CA-D842-92F2-CD3049758C69}"/>
              </a:ext>
            </a:extLst>
          </p:cNvPr>
          <p:cNvCxnSpPr>
            <a:cxnSpLocks/>
            <a:endCxn id="11" idx="0"/>
          </p:cNvCxnSpPr>
          <p:nvPr/>
        </p:nvCxnSpPr>
        <p:spPr>
          <a:xfrm flipH="1">
            <a:off x="6411330" y="2171471"/>
            <a:ext cx="31008" cy="350866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5-Point Star 35">
            <a:extLst>
              <a:ext uri="{FF2B5EF4-FFF2-40B4-BE49-F238E27FC236}">
                <a16:creationId xmlns:a16="http://schemas.microsoft.com/office/drawing/2014/main" id="{D435E5D3-FCB8-6746-8B7E-295E1CA2542F}"/>
              </a:ext>
            </a:extLst>
          </p:cNvPr>
          <p:cNvSpPr>
            <a:spLocks noChangeAspect="1"/>
          </p:cNvSpPr>
          <p:nvPr/>
        </p:nvSpPr>
        <p:spPr>
          <a:xfrm>
            <a:off x="6272936" y="2069985"/>
            <a:ext cx="316866" cy="332568"/>
          </a:xfrm>
          <a:prstGeom prst="star5">
            <a:avLst/>
          </a:prstGeom>
          <a:solidFill>
            <a:srgbClr val="7030A0"/>
          </a:solidFill>
          <a:ln>
            <a:noFill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5-Point Star 45">
            <a:extLst>
              <a:ext uri="{FF2B5EF4-FFF2-40B4-BE49-F238E27FC236}">
                <a16:creationId xmlns:a16="http://schemas.microsoft.com/office/drawing/2014/main" id="{32A252A3-99F7-9D4E-ACF5-774641113811}"/>
              </a:ext>
            </a:extLst>
          </p:cNvPr>
          <p:cNvSpPr>
            <a:spLocks noChangeAspect="1"/>
          </p:cNvSpPr>
          <p:nvPr/>
        </p:nvSpPr>
        <p:spPr>
          <a:xfrm>
            <a:off x="6272936" y="2069985"/>
            <a:ext cx="316866" cy="332568"/>
          </a:xfrm>
          <a:prstGeom prst="star5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C909429-B6AA-EE4C-85A1-EFE2ED110E2A}"/>
              </a:ext>
            </a:extLst>
          </p:cNvPr>
          <p:cNvSpPr txBox="1"/>
          <p:nvPr/>
        </p:nvSpPr>
        <p:spPr>
          <a:xfrm>
            <a:off x="6178686" y="951906"/>
            <a:ext cx="13346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u="sng" dirty="0"/>
              <a:t>k = 1</a:t>
            </a:r>
          </a:p>
        </p:txBody>
      </p:sp>
    </p:spTree>
    <p:extLst>
      <p:ext uri="{BB962C8B-B14F-4D97-AF65-F5344CB8AC3E}">
        <p14:creationId xmlns:p14="http://schemas.microsoft.com/office/powerpoint/2010/main" val="18195902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C90244-B68F-BE49-97FA-CED6B83555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 Nearest Neighbors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8B70CF-1BB9-7E43-82EB-34E11BCCAA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1" y="1200151"/>
            <a:ext cx="4202264" cy="3181350"/>
          </a:xfrm>
        </p:spPr>
        <p:txBody>
          <a:bodyPr/>
          <a:lstStyle/>
          <a:p>
            <a:pPr>
              <a:spcAft>
                <a:spcPts val="400"/>
              </a:spcAft>
            </a:pPr>
            <a:r>
              <a:rPr lang="en-US" sz="1800" dirty="0"/>
              <a:t>One very simple way we can predict the class of a new datapoint is by assigning it the same class as the closest training point (nearest neighbor)</a:t>
            </a:r>
          </a:p>
          <a:p>
            <a:pPr>
              <a:spcAft>
                <a:spcPts val="400"/>
              </a:spcAft>
            </a:pPr>
            <a:r>
              <a:rPr lang="en-US" sz="1800" dirty="0"/>
              <a:t>A more robust method would be to take the majority vote over the </a:t>
            </a:r>
            <a:r>
              <a:rPr lang="en-US" sz="1800" i="1" dirty="0"/>
              <a:t>k</a:t>
            </a:r>
            <a:r>
              <a:rPr lang="en-US" sz="1800" dirty="0"/>
              <a:t> nearest points (“K Nearest Neighbors”)</a:t>
            </a:r>
          </a:p>
          <a:p>
            <a:pPr>
              <a:spcAft>
                <a:spcPts val="400"/>
              </a:spcAft>
            </a:pPr>
            <a:r>
              <a:rPr lang="en-US" sz="1800" dirty="0"/>
              <a:t>K is a hyperparameter we can set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D0C0E84C-0989-154C-8F6B-00DC94EF32AF}"/>
              </a:ext>
            </a:extLst>
          </p:cNvPr>
          <p:cNvSpPr>
            <a:spLocks noChangeAspect="1"/>
          </p:cNvSpPr>
          <p:nvPr/>
        </p:nvSpPr>
        <p:spPr>
          <a:xfrm>
            <a:off x="5590478" y="2790825"/>
            <a:ext cx="232643" cy="217771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BC394880-9860-D345-A60E-5392DA3B4A42}"/>
              </a:ext>
            </a:extLst>
          </p:cNvPr>
          <p:cNvSpPr>
            <a:spLocks noChangeAspect="1"/>
          </p:cNvSpPr>
          <p:nvPr/>
        </p:nvSpPr>
        <p:spPr>
          <a:xfrm>
            <a:off x="5526196" y="3313251"/>
            <a:ext cx="232643" cy="217771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DDC51B5-56DB-C94A-8A31-09DE58D9960E}"/>
              </a:ext>
            </a:extLst>
          </p:cNvPr>
          <p:cNvSpPr>
            <a:spLocks noChangeAspect="1"/>
          </p:cNvSpPr>
          <p:nvPr/>
        </p:nvSpPr>
        <p:spPr>
          <a:xfrm>
            <a:off x="7513298" y="2552978"/>
            <a:ext cx="232643" cy="217771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2D3440B4-3FF5-814D-B97B-AE577AF4B790}"/>
              </a:ext>
            </a:extLst>
          </p:cNvPr>
          <p:cNvSpPr>
            <a:spLocks noChangeAspect="1"/>
          </p:cNvSpPr>
          <p:nvPr/>
        </p:nvSpPr>
        <p:spPr>
          <a:xfrm>
            <a:off x="6687015" y="3455814"/>
            <a:ext cx="232643" cy="217771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6EDB4DEF-A1B7-5E48-B299-E97B495E25C8}"/>
              </a:ext>
            </a:extLst>
          </p:cNvPr>
          <p:cNvSpPr>
            <a:spLocks noChangeAspect="1"/>
          </p:cNvSpPr>
          <p:nvPr/>
        </p:nvSpPr>
        <p:spPr>
          <a:xfrm>
            <a:off x="6295008" y="2522337"/>
            <a:ext cx="232643" cy="217771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184E1679-6176-0242-A3D7-BF80848A2602}"/>
              </a:ext>
            </a:extLst>
          </p:cNvPr>
          <p:cNvSpPr>
            <a:spLocks noChangeAspect="1"/>
          </p:cNvSpPr>
          <p:nvPr/>
        </p:nvSpPr>
        <p:spPr>
          <a:xfrm>
            <a:off x="5192792" y="2556649"/>
            <a:ext cx="232643" cy="217771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E1574D17-824E-F749-8E06-937B62967B24}"/>
              </a:ext>
            </a:extLst>
          </p:cNvPr>
          <p:cNvSpPr>
            <a:spLocks noChangeAspect="1"/>
          </p:cNvSpPr>
          <p:nvPr/>
        </p:nvSpPr>
        <p:spPr>
          <a:xfrm>
            <a:off x="6148040" y="3812864"/>
            <a:ext cx="232643" cy="217771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37E13B3B-A48F-8542-9C6F-DE85E1EDC6AC}"/>
              </a:ext>
            </a:extLst>
          </p:cNvPr>
          <p:cNvSpPr>
            <a:spLocks noChangeAspect="1"/>
          </p:cNvSpPr>
          <p:nvPr/>
        </p:nvSpPr>
        <p:spPr>
          <a:xfrm>
            <a:off x="5790662" y="2147814"/>
            <a:ext cx="232643" cy="217771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4298EF27-A186-4141-BB66-02166D01D886}"/>
              </a:ext>
            </a:extLst>
          </p:cNvPr>
          <p:cNvSpPr>
            <a:spLocks noChangeAspect="1"/>
          </p:cNvSpPr>
          <p:nvPr/>
        </p:nvSpPr>
        <p:spPr>
          <a:xfrm>
            <a:off x="6993286" y="3015999"/>
            <a:ext cx="232643" cy="217771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4A229B2-89EC-7D4A-BFE0-5DCE61E903DF}"/>
              </a:ext>
            </a:extLst>
          </p:cNvPr>
          <p:cNvSpPr>
            <a:spLocks noChangeAspect="1"/>
          </p:cNvSpPr>
          <p:nvPr/>
        </p:nvSpPr>
        <p:spPr>
          <a:xfrm>
            <a:off x="6803336" y="2229542"/>
            <a:ext cx="232643" cy="217771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4C89CB60-8AF3-AD43-8311-BE963390292B}"/>
              </a:ext>
            </a:extLst>
          </p:cNvPr>
          <p:cNvSpPr>
            <a:spLocks noChangeAspect="1"/>
          </p:cNvSpPr>
          <p:nvPr/>
        </p:nvSpPr>
        <p:spPr>
          <a:xfrm>
            <a:off x="7396977" y="2102470"/>
            <a:ext cx="232643" cy="217771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2E313FBD-DAFF-AE47-94C5-6C76DF5E4563}"/>
              </a:ext>
            </a:extLst>
          </p:cNvPr>
          <p:cNvSpPr>
            <a:spLocks noChangeAspect="1"/>
          </p:cNvSpPr>
          <p:nvPr/>
        </p:nvSpPr>
        <p:spPr>
          <a:xfrm>
            <a:off x="8021445" y="2435037"/>
            <a:ext cx="232643" cy="217771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EE103988-2A57-D043-AD1E-BE33AB6B30E6}"/>
              </a:ext>
            </a:extLst>
          </p:cNvPr>
          <p:cNvSpPr>
            <a:spLocks noChangeAspect="1"/>
          </p:cNvSpPr>
          <p:nvPr/>
        </p:nvSpPr>
        <p:spPr>
          <a:xfrm>
            <a:off x="7486816" y="1541485"/>
            <a:ext cx="232643" cy="217771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C32D78AF-775B-5441-85D1-0B7CF256A3F8}"/>
              </a:ext>
            </a:extLst>
          </p:cNvPr>
          <p:cNvSpPr>
            <a:spLocks noChangeAspect="1"/>
          </p:cNvSpPr>
          <p:nvPr/>
        </p:nvSpPr>
        <p:spPr>
          <a:xfrm>
            <a:off x="6561726" y="1578800"/>
            <a:ext cx="232643" cy="217771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67443A0E-6DCF-984A-BFCF-06229450B1A7}"/>
              </a:ext>
            </a:extLst>
          </p:cNvPr>
          <p:cNvCxnSpPr>
            <a:cxnSpLocks/>
          </p:cNvCxnSpPr>
          <p:nvPr/>
        </p:nvCxnSpPr>
        <p:spPr>
          <a:xfrm flipV="1">
            <a:off x="4901938" y="1346486"/>
            <a:ext cx="0" cy="303501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ACE37058-EBC5-2546-8786-FAB0FA837AC9}"/>
              </a:ext>
            </a:extLst>
          </p:cNvPr>
          <p:cNvCxnSpPr>
            <a:cxnSpLocks/>
          </p:cNvCxnSpPr>
          <p:nvPr/>
        </p:nvCxnSpPr>
        <p:spPr>
          <a:xfrm>
            <a:off x="4901938" y="4381501"/>
            <a:ext cx="378486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796F5127-3CAB-2844-AE34-3317475A5D6E}"/>
              </a:ext>
            </a:extLst>
          </p:cNvPr>
          <p:cNvSpPr txBox="1"/>
          <p:nvPr/>
        </p:nvSpPr>
        <p:spPr>
          <a:xfrm>
            <a:off x="8665136" y="4136687"/>
            <a:ext cx="4780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x</a:t>
            </a:r>
            <a:r>
              <a:rPr lang="en-US" baseline="-25000" dirty="0"/>
              <a:t>1</a:t>
            </a:r>
            <a:endParaRPr lang="en-US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3179723-CF2C-CD45-AD7E-F9C74ADFD3CD}"/>
              </a:ext>
            </a:extLst>
          </p:cNvPr>
          <p:cNvSpPr txBox="1"/>
          <p:nvPr/>
        </p:nvSpPr>
        <p:spPr>
          <a:xfrm>
            <a:off x="4718161" y="961841"/>
            <a:ext cx="4780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x</a:t>
            </a:r>
            <a:r>
              <a:rPr lang="en-US" baseline="-25000" dirty="0"/>
              <a:t>2</a:t>
            </a:r>
            <a:endParaRPr lang="en-US" dirty="0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0E54EBAA-EEE0-C248-9F65-E7B76D61F33E}"/>
              </a:ext>
            </a:extLst>
          </p:cNvPr>
          <p:cNvSpPr>
            <a:spLocks noChangeAspect="1"/>
          </p:cNvSpPr>
          <p:nvPr/>
        </p:nvSpPr>
        <p:spPr>
          <a:xfrm>
            <a:off x="6678047" y="4031344"/>
            <a:ext cx="232643" cy="217771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EF198161-D3E6-6B4E-B466-BA19C6AAD9A7}"/>
              </a:ext>
            </a:extLst>
          </p:cNvPr>
          <p:cNvCxnSpPr>
            <a:cxnSpLocks/>
            <a:endCxn id="16" idx="2"/>
          </p:cNvCxnSpPr>
          <p:nvPr/>
        </p:nvCxnSpPr>
        <p:spPr>
          <a:xfrm>
            <a:off x="6431369" y="2267721"/>
            <a:ext cx="371967" cy="70707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DD2CEE17-05CA-D842-92F2-CD3049758C69}"/>
              </a:ext>
            </a:extLst>
          </p:cNvPr>
          <p:cNvCxnSpPr>
            <a:cxnSpLocks/>
            <a:endCxn id="11" idx="0"/>
          </p:cNvCxnSpPr>
          <p:nvPr/>
        </p:nvCxnSpPr>
        <p:spPr>
          <a:xfrm flipH="1">
            <a:off x="6411330" y="2171471"/>
            <a:ext cx="31008" cy="350866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840CAA53-24CA-3342-BD45-92AEBC61CC4C}"/>
              </a:ext>
            </a:extLst>
          </p:cNvPr>
          <p:cNvCxnSpPr>
            <a:cxnSpLocks/>
            <a:endCxn id="14" idx="6"/>
          </p:cNvCxnSpPr>
          <p:nvPr/>
        </p:nvCxnSpPr>
        <p:spPr>
          <a:xfrm flipH="1" flipV="1">
            <a:off x="6023305" y="2256700"/>
            <a:ext cx="419033" cy="11021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5-Point Star 35">
            <a:extLst>
              <a:ext uri="{FF2B5EF4-FFF2-40B4-BE49-F238E27FC236}">
                <a16:creationId xmlns:a16="http://schemas.microsoft.com/office/drawing/2014/main" id="{D435E5D3-FCB8-6746-8B7E-295E1CA2542F}"/>
              </a:ext>
            </a:extLst>
          </p:cNvPr>
          <p:cNvSpPr>
            <a:spLocks noChangeAspect="1"/>
          </p:cNvSpPr>
          <p:nvPr/>
        </p:nvSpPr>
        <p:spPr>
          <a:xfrm>
            <a:off x="6272936" y="2069985"/>
            <a:ext cx="316866" cy="332568"/>
          </a:xfrm>
          <a:prstGeom prst="star5">
            <a:avLst/>
          </a:prstGeom>
          <a:solidFill>
            <a:srgbClr val="7030A0"/>
          </a:solidFill>
          <a:ln>
            <a:noFill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5-Point Star 26">
            <a:extLst>
              <a:ext uri="{FF2B5EF4-FFF2-40B4-BE49-F238E27FC236}">
                <a16:creationId xmlns:a16="http://schemas.microsoft.com/office/drawing/2014/main" id="{7C7BF947-EEA9-6744-8DAA-30A116B6B8CE}"/>
              </a:ext>
            </a:extLst>
          </p:cNvPr>
          <p:cNvSpPr>
            <a:spLocks noChangeAspect="1"/>
          </p:cNvSpPr>
          <p:nvPr/>
        </p:nvSpPr>
        <p:spPr>
          <a:xfrm>
            <a:off x="6272936" y="2079134"/>
            <a:ext cx="316866" cy="332568"/>
          </a:xfrm>
          <a:prstGeom prst="star5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B576BB1-D647-6E40-9484-059301902E99}"/>
              </a:ext>
            </a:extLst>
          </p:cNvPr>
          <p:cNvSpPr txBox="1"/>
          <p:nvPr/>
        </p:nvSpPr>
        <p:spPr>
          <a:xfrm>
            <a:off x="6178686" y="951906"/>
            <a:ext cx="13346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u="sng" dirty="0"/>
              <a:t>k = 3</a:t>
            </a:r>
          </a:p>
        </p:txBody>
      </p:sp>
    </p:spTree>
    <p:extLst>
      <p:ext uri="{BB962C8B-B14F-4D97-AF65-F5344CB8AC3E}">
        <p14:creationId xmlns:p14="http://schemas.microsoft.com/office/powerpoint/2010/main" val="7307492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898ECE-A414-09EF-253D-1BCDF4B85F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 Nearest Neighbors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39A03D-35C6-2FE8-BB65-E3F7427DD2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 sz="1800" dirty="0"/>
              <a:t>We have a few important choices to make</a:t>
            </a:r>
          </a:p>
          <a:p>
            <a:pPr lvl="1">
              <a:spcAft>
                <a:spcPts val="600"/>
              </a:spcAft>
            </a:pPr>
            <a:r>
              <a:rPr lang="en-US" sz="1600" dirty="0"/>
              <a:t>The number and selection of dimensions</a:t>
            </a:r>
          </a:p>
          <a:p>
            <a:pPr lvl="1">
              <a:spcAft>
                <a:spcPts val="600"/>
              </a:spcAft>
            </a:pPr>
            <a:r>
              <a:rPr lang="en-US" sz="1600" dirty="0"/>
              <a:t>The distance/similarity function (e.g. Euclidian distance, cosine similarity </a:t>
            </a:r>
            <a:r>
              <a:rPr lang="en-US" sz="1600" dirty="0" err="1"/>
              <a:t>etc</a:t>
            </a:r>
            <a:r>
              <a:rPr lang="en-US" sz="1600" dirty="0"/>
              <a:t>)</a:t>
            </a:r>
          </a:p>
          <a:p>
            <a:pPr lvl="1">
              <a:spcAft>
                <a:spcPts val="600"/>
              </a:spcAft>
            </a:pPr>
            <a:r>
              <a:rPr lang="en-US" sz="1600" dirty="0"/>
              <a:t>The choice of k</a:t>
            </a:r>
          </a:p>
          <a:p>
            <a:pPr lvl="1">
              <a:spcAft>
                <a:spcPts val="600"/>
              </a:spcAft>
            </a:pP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54487750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F6FF4E-60E4-0542-918B-538E009E23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 Nearest Neighbors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9287DD-8405-B346-A203-82E3B1E4A4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200151"/>
            <a:ext cx="8154063" cy="1741832"/>
          </a:xfrm>
        </p:spPr>
        <p:txBody>
          <a:bodyPr/>
          <a:lstStyle/>
          <a:p>
            <a:pPr>
              <a:spcAft>
                <a:spcPts val="200"/>
              </a:spcAft>
            </a:pPr>
            <a:r>
              <a:rPr lang="en-US" sz="1800" dirty="0"/>
              <a:t>KNN can perform better than other algorithms (e.g. logistic regression) when the relationship is highly non-linear</a:t>
            </a:r>
          </a:p>
          <a:p>
            <a:pPr>
              <a:spcAft>
                <a:spcPts val="200"/>
              </a:spcAft>
            </a:pPr>
            <a:r>
              <a:rPr lang="en-US" sz="1800" dirty="0"/>
              <a:t>While it often performs decently, it is rarely the “best” and is easy to overfit using a small value for k</a:t>
            </a:r>
          </a:p>
          <a:p>
            <a:pPr>
              <a:spcAft>
                <a:spcPts val="200"/>
              </a:spcAft>
            </a:pPr>
            <a:r>
              <a:rPr lang="en-US" sz="1800" dirty="0"/>
              <a:t>It is also computationally/memory intensive</a:t>
            </a:r>
          </a:p>
          <a:p>
            <a:pPr>
              <a:spcAft>
                <a:spcPts val="200"/>
              </a:spcAft>
            </a:pPr>
            <a:endParaRPr lang="en-US" sz="1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8FF9AA9-358F-8A46-89F0-BF01C0C965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9207" y="2942560"/>
            <a:ext cx="2823120" cy="200157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5E85B3D-4A04-994D-97F6-A41D796872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1675" y="2927996"/>
            <a:ext cx="2892068" cy="20161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596356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F1640F-BB68-00D9-A169-B193AB8713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Nearest Neighbor Search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61F85A-320A-1647-405D-4B5913B0E4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00151"/>
            <a:ext cx="8229600" cy="1016000"/>
          </a:xfrm>
        </p:spPr>
        <p:txBody>
          <a:bodyPr/>
          <a:lstStyle/>
          <a:p>
            <a:pPr marL="0" indent="0">
              <a:spcAft>
                <a:spcPts val="600"/>
              </a:spcAft>
              <a:buNone/>
            </a:pPr>
            <a:r>
              <a:rPr lang="en-US" sz="1800" dirty="0"/>
              <a:t>While KNN is not commonly used for prediction, we often use nearest neighbor search:</a:t>
            </a:r>
          </a:p>
          <a:p>
            <a:pPr lvl="1">
              <a:spcAft>
                <a:spcPts val="600"/>
              </a:spcAft>
            </a:pPr>
            <a:endParaRPr lang="en-US" sz="1400" dirty="0"/>
          </a:p>
        </p:txBody>
      </p:sp>
      <p:pic>
        <p:nvPicPr>
          <p:cNvPr id="1026" name="Picture 2" descr="Netflix Review | PCMag">
            <a:extLst>
              <a:ext uri="{FF2B5EF4-FFF2-40B4-BE49-F238E27FC236}">
                <a16:creationId xmlns:a16="http://schemas.microsoft.com/office/drawing/2014/main" id="{B669DA5D-6651-D13F-42EE-1E38E8198B3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60" t="20209" r="11861" b="20557"/>
          <a:stretch/>
        </p:blipFill>
        <p:spPr bwMode="auto">
          <a:xfrm>
            <a:off x="301358" y="3480506"/>
            <a:ext cx="2438404" cy="101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Pinecone to Speed Up Generative AI for Microsoft Azure and Azure OpenAI  Service Customers">
            <a:extLst>
              <a:ext uri="{FF2B5EF4-FFF2-40B4-BE49-F238E27FC236}">
                <a16:creationId xmlns:a16="http://schemas.microsoft.com/office/drawing/2014/main" id="{D473BA8C-00B1-D8F4-2EEB-1E17C281EA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0560" y="2282823"/>
            <a:ext cx="2861734" cy="7822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Spell Checker">
            <a:extLst>
              <a:ext uri="{FF2B5EF4-FFF2-40B4-BE49-F238E27FC236}">
                <a16:creationId xmlns:a16="http://schemas.microsoft.com/office/drawing/2014/main" id="{2CC55E4F-6D5D-EFE6-EDFB-EE58454FAD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67185" y="3424765"/>
            <a:ext cx="2208215" cy="12044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Precision vs. Personalized Medicine">
            <a:extLst>
              <a:ext uri="{FF2B5EF4-FFF2-40B4-BE49-F238E27FC236}">
                <a16:creationId xmlns:a16="http://schemas.microsoft.com/office/drawing/2014/main" id="{2B36471A-9F81-6D69-70AF-02FA44991B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41306" y="2170995"/>
            <a:ext cx="1964267" cy="13095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9084718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D064CA-C15A-2842-81A4-0DFB35E5F0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988" y="1805748"/>
            <a:ext cx="8328025" cy="1874575"/>
          </a:xfrm>
        </p:spPr>
        <p:txBody>
          <a:bodyPr/>
          <a:lstStyle/>
          <a:p>
            <a:pPr>
              <a:defRPr/>
            </a:pPr>
            <a:r>
              <a:rPr lang="en-US" dirty="0"/>
              <a:t>Support Vector Machines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0922829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312D0C-C9FF-7545-B415-E9827493B1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Support Vector Machines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3A6045-0D84-244B-8EA4-A778A2DA58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00151"/>
            <a:ext cx="3991855" cy="3181350"/>
          </a:xfrm>
        </p:spPr>
        <p:txBody>
          <a:bodyPr/>
          <a:lstStyle/>
          <a:p>
            <a:pPr>
              <a:spcAft>
                <a:spcPts val="400"/>
              </a:spcAft>
            </a:pPr>
            <a:r>
              <a:rPr lang="en-US" sz="1800" dirty="0"/>
              <a:t>SVM is an algorithm that can be used for both regression and classification</a:t>
            </a:r>
          </a:p>
          <a:p>
            <a:pPr>
              <a:spcAft>
                <a:spcPts val="400"/>
              </a:spcAft>
            </a:pPr>
            <a:r>
              <a:rPr lang="en-US" sz="1800" dirty="0"/>
              <a:t>We more often find it in use for classification problems</a:t>
            </a:r>
          </a:p>
          <a:p>
            <a:pPr>
              <a:spcAft>
                <a:spcPts val="400"/>
              </a:spcAft>
            </a:pPr>
            <a:r>
              <a:rPr lang="en-US" sz="1800" dirty="0"/>
              <a:t>Historically it has been one of the most popular algorithms, but more recently has been largely replaced by neural networks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5E13B66-A7D4-CB4A-B569-CA572EBFAB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3715" y="1271665"/>
            <a:ext cx="3661657" cy="3293651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B1507869-4E1C-5B40-AA52-80362BB561A0}"/>
              </a:ext>
            </a:extLst>
          </p:cNvPr>
          <p:cNvSpPr/>
          <p:nvPr/>
        </p:nvSpPr>
        <p:spPr>
          <a:xfrm>
            <a:off x="5440296" y="4619467"/>
            <a:ext cx="2581836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700" i="1" dirty="0"/>
              <a:t>Image source: https://</a:t>
            </a:r>
            <a:r>
              <a:rPr lang="en-US" sz="700" i="1" dirty="0" err="1"/>
              <a:t>www.classcentral.com</a:t>
            </a:r>
            <a:r>
              <a:rPr lang="en-US" sz="700" i="1" dirty="0"/>
              <a:t>/course/support-vector-machines-scikit-learn-19237</a:t>
            </a:r>
          </a:p>
        </p:txBody>
      </p:sp>
    </p:spTree>
    <p:extLst>
      <p:ext uri="{BB962C8B-B14F-4D97-AF65-F5344CB8AC3E}">
        <p14:creationId xmlns:p14="http://schemas.microsoft.com/office/powerpoint/2010/main" val="407779280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85D01E-FA93-0141-91E6-972C55D56D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History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F38DD5-FDD7-2C29-99D9-588998EDC2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25940"/>
            <a:ext cx="8229600" cy="3255561"/>
          </a:xfrm>
        </p:spPr>
        <p:txBody>
          <a:bodyPr/>
          <a:lstStyle/>
          <a:p>
            <a:r>
              <a:rPr lang="en-US" sz="1800" dirty="0"/>
              <a:t>Pre 1980:</a:t>
            </a:r>
          </a:p>
          <a:p>
            <a:pPr lvl="1"/>
            <a:r>
              <a:rPr lang="en-US" sz="1600" dirty="0"/>
              <a:t>Almost all statistical learning methods learned linear decision boundaries</a:t>
            </a:r>
          </a:p>
          <a:p>
            <a:pPr lvl="1"/>
            <a:r>
              <a:rPr lang="en-US" sz="1600" dirty="0"/>
              <a:t>Theoretically nice but not powerful on real-world problems</a:t>
            </a:r>
          </a:p>
          <a:p>
            <a:pPr lvl="1"/>
            <a:endParaRPr lang="en-US" sz="400" dirty="0"/>
          </a:p>
          <a:p>
            <a:r>
              <a:rPr lang="en-US" sz="2000" dirty="0"/>
              <a:t>1980s</a:t>
            </a:r>
          </a:p>
          <a:p>
            <a:pPr lvl="1"/>
            <a:r>
              <a:rPr lang="en-US" sz="1600" dirty="0"/>
              <a:t>Decision trees and neural networks enabled efficient learning of non-linear decision boundaries</a:t>
            </a:r>
          </a:p>
          <a:p>
            <a:pPr lvl="1"/>
            <a:r>
              <a:rPr lang="en-US" sz="1600" dirty="0"/>
              <a:t>However, they lacked a strong theoretical foundation and suffered from overfitting (local minima)</a:t>
            </a:r>
          </a:p>
          <a:p>
            <a:pPr lvl="1"/>
            <a:endParaRPr lang="en-US" sz="400" dirty="0"/>
          </a:p>
          <a:p>
            <a:r>
              <a:rPr lang="en-US" sz="2000" dirty="0"/>
              <a:t>1990s</a:t>
            </a:r>
          </a:p>
          <a:p>
            <a:pPr lvl="1"/>
            <a:r>
              <a:rPr lang="en-US" sz="1600" dirty="0"/>
              <a:t>Developed efficient learning methods for non-linear functions with stronger generalization capabilities and strong theoretical foundation</a:t>
            </a:r>
          </a:p>
        </p:txBody>
      </p:sp>
    </p:spTree>
    <p:extLst>
      <p:ext uri="{BB962C8B-B14F-4D97-AF65-F5344CB8AC3E}">
        <p14:creationId xmlns:p14="http://schemas.microsoft.com/office/powerpoint/2010/main" val="128753507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98AB35-3068-D4E2-D75F-38437A7915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Innovations of SVM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D118C5-DFF0-6CCE-F976-C49BEBB007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800" dirty="0"/>
              <a:t>Use of non-linear transformations (“kernel functions”) to separate non-linear regions</a:t>
            </a:r>
          </a:p>
          <a:p>
            <a:endParaRPr lang="en-US" sz="1800" dirty="0"/>
          </a:p>
          <a:p>
            <a:r>
              <a:rPr lang="en-US" sz="1800" dirty="0"/>
              <a:t>Formulation of a convex optimization problem to avoid the local minima issues with neural networks</a:t>
            </a:r>
          </a:p>
          <a:p>
            <a:endParaRPr lang="en-US" sz="1800" dirty="0"/>
          </a:p>
          <a:p>
            <a:r>
              <a:rPr lang="en-US" sz="1800" dirty="0"/>
              <a:t>Net result: allowed us to efficiently model non-linear relationships and highly complex feature sets e.g. basic computer vision</a:t>
            </a:r>
          </a:p>
        </p:txBody>
      </p:sp>
    </p:spTree>
    <p:extLst>
      <p:ext uri="{BB962C8B-B14F-4D97-AF65-F5344CB8AC3E}">
        <p14:creationId xmlns:p14="http://schemas.microsoft.com/office/powerpoint/2010/main" val="270931573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5361C8-1973-7248-9134-32028F6A38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Support Vector Classifiers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C7B8C2-0EAF-F74F-984C-4371BBD3A5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200151"/>
            <a:ext cx="7088521" cy="3181350"/>
          </a:xfrm>
        </p:spPr>
        <p:txBody>
          <a:bodyPr/>
          <a:lstStyle/>
          <a:p>
            <a:pPr>
              <a:spcAft>
                <a:spcPts val="400"/>
              </a:spcAft>
            </a:pPr>
            <a:r>
              <a:rPr lang="en-US" sz="1800" dirty="0"/>
              <a:t>Suppose we have two classes and our goal is to draw a line to separate them</a:t>
            </a:r>
          </a:p>
          <a:p>
            <a:pPr>
              <a:spcAft>
                <a:spcPts val="400"/>
              </a:spcAft>
            </a:pPr>
            <a:r>
              <a:rPr lang="en-US" sz="1800" dirty="0"/>
              <a:t>But there are often many possible lines we can draw to separate them – which one should we choose?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7752DD9-62B8-2B45-A956-2D42620C50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9094" y="2694245"/>
            <a:ext cx="2961235" cy="199765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38CA8E1-FCDD-E54D-AF4D-E74D3D4D12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93554" y="2694244"/>
            <a:ext cx="2988686" cy="19976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63000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DE817C-C78A-F948-8924-EA3461FDDD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Support Vector Classifiers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E1FF6D-78FE-414D-A7E8-1BB895F879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00151"/>
            <a:ext cx="8090899" cy="3181350"/>
          </a:xfrm>
        </p:spPr>
        <p:txBody>
          <a:bodyPr/>
          <a:lstStyle/>
          <a:p>
            <a:r>
              <a:rPr lang="en-US" sz="1800" dirty="0"/>
              <a:t>One option is to choose the one that separates the classes by the widest margin</a:t>
            </a:r>
          </a:p>
          <a:p>
            <a:r>
              <a:rPr lang="en-US" sz="1800" dirty="0"/>
              <a:t>We draw a margin from our line to the nearest point of each class</a:t>
            </a:r>
          </a:p>
          <a:p>
            <a:r>
              <a:rPr lang="en-US" sz="1800" dirty="0"/>
              <a:t>The line with the largest margin is selected as the optimal model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94B5F57-0C97-3848-BBFC-36FD95FA40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5901" y="2571750"/>
            <a:ext cx="7493306" cy="2319357"/>
          </a:xfrm>
          <a:prstGeom prst="rect">
            <a:avLst/>
          </a:prstGeom>
        </p:spPr>
      </p:pic>
      <p:pic>
        <p:nvPicPr>
          <p:cNvPr id="7170" name="Picture 2" descr="Realistic golden trophy with winner ribbon Vector Image">
            <a:extLst>
              <a:ext uri="{FF2B5EF4-FFF2-40B4-BE49-F238E27FC236}">
                <a16:creationId xmlns:a16="http://schemas.microsoft.com/office/drawing/2014/main" id="{9E13751A-B75F-254B-9228-F36BA7F883B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907" b="14815"/>
          <a:stretch/>
        </p:blipFill>
        <p:spPr bwMode="auto">
          <a:xfrm>
            <a:off x="3380133" y="2660197"/>
            <a:ext cx="999734" cy="8667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288975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36593F-2A5A-AC41-829C-9EC1247449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are support vectors?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BD8C0E-3C34-B344-A9C8-2D6338AC00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00151"/>
            <a:ext cx="4114800" cy="3181350"/>
          </a:xfrm>
        </p:spPr>
        <p:txBody>
          <a:bodyPr/>
          <a:lstStyle/>
          <a:p>
            <a:pPr>
              <a:spcAft>
                <a:spcPts val="400"/>
              </a:spcAft>
            </a:pPr>
            <a:r>
              <a:rPr lang="en-US" sz="1800" dirty="0"/>
              <a:t>The points which touch the margin are called the “support vectors”</a:t>
            </a:r>
          </a:p>
          <a:p>
            <a:pPr>
              <a:spcAft>
                <a:spcPts val="400"/>
              </a:spcAft>
            </a:pPr>
            <a:r>
              <a:rPr lang="en-US" sz="1800" dirty="0"/>
              <a:t>They are the most difficult points to classify</a:t>
            </a:r>
          </a:p>
          <a:p>
            <a:pPr>
              <a:spcAft>
                <a:spcPts val="400"/>
              </a:spcAft>
            </a:pPr>
            <a:r>
              <a:rPr lang="en-US" sz="1800" dirty="0"/>
              <a:t>Only the support vectors influence the fit of the model</a:t>
            </a:r>
          </a:p>
          <a:p>
            <a:pPr>
              <a:spcAft>
                <a:spcPts val="400"/>
              </a:spcAft>
            </a:pPr>
            <a:r>
              <a:rPr lang="en-US" sz="1800" dirty="0"/>
              <a:t>Points further out from the margin do not make a difference, because they do not contribute to the cost function</a:t>
            </a:r>
          </a:p>
          <a:p>
            <a:pPr>
              <a:spcAft>
                <a:spcPts val="400"/>
              </a:spcAft>
            </a:pPr>
            <a:endParaRPr lang="en-US" sz="1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EA8BB54-39E9-B746-80C9-5A61C3BDD3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0834" y="1392358"/>
            <a:ext cx="3745966" cy="25401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840187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F1FF02-02DF-8349-A33D-1DF196933D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are support vectors?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CDA39A-F80E-994C-BA57-A596594D61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00151"/>
            <a:ext cx="8229600" cy="1112743"/>
          </a:xfrm>
        </p:spPr>
        <p:txBody>
          <a:bodyPr/>
          <a:lstStyle/>
          <a:p>
            <a:r>
              <a:rPr lang="en-US" sz="1800" dirty="0"/>
              <a:t>Even though we have a different number of points, in both cases the same 3 points determine the margin</a:t>
            </a:r>
          </a:p>
          <a:p>
            <a:r>
              <a:rPr lang="en-US" sz="1800" dirty="0"/>
              <a:t>Thus, the model is </a:t>
            </a:r>
            <a:r>
              <a:rPr lang="en-US" sz="1800" u="sng" dirty="0"/>
              <a:t>exactly the same </a:t>
            </a:r>
            <a:r>
              <a:rPr lang="en-US" sz="1800" dirty="0"/>
              <a:t>in both cases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73CBEC5-FEC2-D143-9E00-CCE10167BB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7650" y="2452635"/>
            <a:ext cx="5801445" cy="23035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988118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ACD0FC-6BE0-064C-A2DC-D9945EBA18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Building the SVC model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BD7471C-2CF8-BC4D-9FBE-EADFD5072E9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200" y="1200151"/>
                <a:ext cx="4409944" cy="3181350"/>
              </a:xfrm>
            </p:spPr>
            <p:txBody>
              <a:bodyPr/>
              <a:lstStyle/>
              <a:p>
                <a:pPr>
                  <a:spcAft>
                    <a:spcPts val="400"/>
                  </a:spcAft>
                </a:pPr>
                <a:r>
                  <a:rPr lang="en-US" sz="1800" dirty="0"/>
                  <a:t>Set the decision boundary line as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6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16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=0 </m:t>
                    </m:r>
                  </m:oMath>
                </a14:m>
                <a:endParaRPr lang="en-US" sz="1800" dirty="0"/>
              </a:p>
              <a:p>
                <a:pPr>
                  <a:spcAft>
                    <a:spcPts val="400"/>
                  </a:spcAft>
                </a:pPr>
                <a:r>
                  <a:rPr lang="en-US" sz="1800" dirty="0"/>
                  <a:t>Define the two margin lines as:</a:t>
                </a:r>
              </a:p>
              <a:p>
                <a:pPr marL="457200" lvl="1" indent="0">
                  <a:spcAft>
                    <a:spcPts val="400"/>
                  </a:spcAft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16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sz="1600" dirty="0"/>
                  <a:t> = 1  (Class 1)</a:t>
                </a:r>
              </a:p>
              <a:p>
                <a:pPr marL="457200" lvl="1" indent="0">
                  <a:spcAft>
                    <a:spcPts val="400"/>
                  </a:spcAft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6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16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sz="1600" dirty="0"/>
                  <a:t> = -1  (Class 2)</a:t>
                </a:r>
              </a:p>
              <a:p>
                <a:pPr>
                  <a:spcAft>
                    <a:spcPts val="400"/>
                  </a:spcAft>
                </a:pPr>
                <a:r>
                  <a:rPr lang="en-US" sz="1800" dirty="0"/>
                  <a:t>Then:</a:t>
                </a:r>
                <a:endParaRPr lang="en-US" sz="1800" i="1" dirty="0"/>
              </a:p>
              <a:p>
                <a:pPr lvl="1">
                  <a:spcAft>
                    <a:spcPts val="400"/>
                  </a:spcAft>
                </a:pPr>
                <a:r>
                  <a:rPr lang="en-US" sz="1400" dirty="0"/>
                  <a:t>For all </a:t>
                </a:r>
                <a:r>
                  <a:rPr lang="en-US" sz="1400" i="1" dirty="0"/>
                  <a:t>x</a:t>
                </a:r>
                <a:r>
                  <a:rPr lang="en-US" sz="1400" dirty="0"/>
                  <a:t> in Class 1, y=+1 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4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p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4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400" i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≥1</m:t>
                    </m:r>
                  </m:oMath>
                </a14:m>
                <a:endParaRPr lang="en-US" sz="1400" dirty="0"/>
              </a:p>
              <a:p>
                <a:pPr lvl="1">
                  <a:spcAft>
                    <a:spcPts val="400"/>
                  </a:spcAft>
                </a:pPr>
                <a:r>
                  <a:rPr lang="en-US" sz="1400" dirty="0"/>
                  <a:t>For all </a:t>
                </a:r>
                <a:r>
                  <a:rPr lang="en-US" sz="1400" i="1" dirty="0"/>
                  <a:t>x</a:t>
                </a:r>
                <a:r>
                  <a:rPr lang="en-US" sz="1400" dirty="0"/>
                  <a:t> in Class 2, y=-1 and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p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4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400" i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≤−1</m:t>
                    </m:r>
                  </m:oMath>
                </a14:m>
                <a:endParaRPr lang="en-US" sz="1400" dirty="0"/>
              </a:p>
              <a:p>
                <a:pPr>
                  <a:spcAft>
                    <a:spcPts val="400"/>
                  </a:spcAft>
                </a:pPr>
                <a:r>
                  <a:rPr lang="en-US" sz="1800" dirty="0"/>
                  <a:t>We can write the above simply as:</a:t>
                </a:r>
              </a:p>
              <a:p>
                <a:pPr marL="0" indent="0">
                  <a:spcAft>
                    <a:spcPts val="4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p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1600" i="1">
                          <a:latin typeface="Cambria Math" panose="02040503050406030204" pitchFamily="18" charset="0"/>
                        </a:rPr>
                        <m:t>≥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sz="1600" dirty="0"/>
              </a:p>
              <a:p>
                <a:pPr>
                  <a:spcAft>
                    <a:spcPts val="400"/>
                  </a:spcAft>
                </a:pPr>
                <a:endParaRPr lang="en-US" sz="1800" dirty="0"/>
              </a:p>
              <a:p>
                <a:pPr marL="0" indent="0">
                  <a:spcAft>
                    <a:spcPts val="400"/>
                  </a:spcAft>
                  <a:buNone/>
                </a:pPr>
                <a:endParaRPr lang="en-US" sz="1800" dirty="0"/>
              </a:p>
              <a:p>
                <a:pPr lvl="1">
                  <a:spcAft>
                    <a:spcPts val="400"/>
                  </a:spcAft>
                </a:pPr>
                <a:endParaRPr lang="en-US" sz="1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BD7471C-2CF8-BC4D-9FBE-EADFD5072E9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200151"/>
                <a:ext cx="4409944" cy="3181350"/>
              </a:xfrm>
              <a:blipFill>
                <a:blip r:embed="rId2"/>
                <a:stretch>
                  <a:fillRect l="-862" t="-794" b="-5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D836331B-AA04-3249-962E-AD140396778A}"/>
              </a:ext>
            </a:extLst>
          </p:cNvPr>
          <p:cNvCxnSpPr>
            <a:cxnSpLocks/>
          </p:cNvCxnSpPr>
          <p:nvPr/>
        </p:nvCxnSpPr>
        <p:spPr>
          <a:xfrm>
            <a:off x="5713411" y="1732156"/>
            <a:ext cx="2080708" cy="208070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A35A5FE1-E62D-6A49-883F-C1868A2378B8}"/>
              </a:ext>
            </a:extLst>
          </p:cNvPr>
          <p:cNvCxnSpPr/>
          <p:nvPr/>
        </p:nvCxnSpPr>
        <p:spPr>
          <a:xfrm>
            <a:off x="5296830" y="2033239"/>
            <a:ext cx="1955181" cy="1955181"/>
          </a:xfrm>
          <a:prstGeom prst="line">
            <a:avLst/>
          </a:prstGeom>
          <a:ln>
            <a:solidFill>
              <a:schemeClr val="tx1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BAA8AB6-2976-194C-9C16-AB6C83016E53}"/>
              </a:ext>
            </a:extLst>
          </p:cNvPr>
          <p:cNvCxnSpPr/>
          <p:nvPr/>
        </p:nvCxnSpPr>
        <p:spPr>
          <a:xfrm>
            <a:off x="6148040" y="1431073"/>
            <a:ext cx="1955181" cy="1955181"/>
          </a:xfrm>
          <a:prstGeom prst="line">
            <a:avLst/>
          </a:prstGeom>
          <a:ln>
            <a:solidFill>
              <a:schemeClr val="tx1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>
            <a:extLst>
              <a:ext uri="{FF2B5EF4-FFF2-40B4-BE49-F238E27FC236}">
                <a16:creationId xmlns:a16="http://schemas.microsoft.com/office/drawing/2014/main" id="{CE3955E3-841E-5641-B670-972F8C36CB72}"/>
              </a:ext>
            </a:extLst>
          </p:cNvPr>
          <p:cNvSpPr>
            <a:spLocks noChangeAspect="1"/>
          </p:cNvSpPr>
          <p:nvPr/>
        </p:nvSpPr>
        <p:spPr>
          <a:xfrm>
            <a:off x="5590478" y="2790825"/>
            <a:ext cx="232643" cy="217771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0915B50-3BE6-EF4F-8608-DB9968DD5F81}"/>
              </a:ext>
            </a:extLst>
          </p:cNvPr>
          <p:cNvSpPr>
            <a:spLocks noChangeAspect="1"/>
          </p:cNvSpPr>
          <p:nvPr/>
        </p:nvSpPr>
        <p:spPr>
          <a:xfrm>
            <a:off x="5526196" y="3313251"/>
            <a:ext cx="232643" cy="217771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98F007E2-DE8B-3349-8453-D0D53A5D8BC4}"/>
              </a:ext>
            </a:extLst>
          </p:cNvPr>
          <p:cNvSpPr>
            <a:spLocks noChangeAspect="1"/>
          </p:cNvSpPr>
          <p:nvPr/>
        </p:nvSpPr>
        <p:spPr>
          <a:xfrm>
            <a:off x="5703850" y="2464560"/>
            <a:ext cx="232643" cy="217771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B4A5D776-CE67-784F-B9D4-E6621BB3225B}"/>
              </a:ext>
            </a:extLst>
          </p:cNvPr>
          <p:cNvSpPr>
            <a:spLocks noChangeAspect="1"/>
          </p:cNvSpPr>
          <p:nvPr/>
        </p:nvSpPr>
        <p:spPr>
          <a:xfrm>
            <a:off x="6687015" y="3455814"/>
            <a:ext cx="232643" cy="217771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4AB8A129-AB0C-064B-987B-AA731DDB5AE1}"/>
              </a:ext>
            </a:extLst>
          </p:cNvPr>
          <p:cNvSpPr>
            <a:spLocks noChangeAspect="1"/>
          </p:cNvSpPr>
          <p:nvPr/>
        </p:nvSpPr>
        <p:spPr>
          <a:xfrm>
            <a:off x="6109011" y="3344486"/>
            <a:ext cx="232643" cy="217771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DCD9F2E9-C25F-9C4C-B7D2-783B7D1E7C62}"/>
              </a:ext>
            </a:extLst>
          </p:cNvPr>
          <p:cNvSpPr>
            <a:spLocks noChangeAspect="1"/>
          </p:cNvSpPr>
          <p:nvPr/>
        </p:nvSpPr>
        <p:spPr>
          <a:xfrm>
            <a:off x="5192792" y="2556649"/>
            <a:ext cx="232643" cy="217771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F38E4442-DDFD-A04F-AA4F-4BE34C33F8CE}"/>
              </a:ext>
            </a:extLst>
          </p:cNvPr>
          <p:cNvSpPr>
            <a:spLocks noChangeAspect="1"/>
          </p:cNvSpPr>
          <p:nvPr/>
        </p:nvSpPr>
        <p:spPr>
          <a:xfrm>
            <a:off x="6148040" y="3812864"/>
            <a:ext cx="232643" cy="217771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0B7C050D-32EA-1B4E-AFC4-BAE79917FFD8}"/>
              </a:ext>
            </a:extLst>
          </p:cNvPr>
          <p:cNvSpPr>
            <a:spLocks noChangeAspect="1"/>
          </p:cNvSpPr>
          <p:nvPr/>
        </p:nvSpPr>
        <p:spPr>
          <a:xfrm>
            <a:off x="6654922" y="1926408"/>
            <a:ext cx="232643" cy="217771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C065EE02-9A4E-9D4D-8A5A-8373514C3DEF}"/>
              </a:ext>
            </a:extLst>
          </p:cNvPr>
          <p:cNvSpPr>
            <a:spLocks noChangeAspect="1"/>
          </p:cNvSpPr>
          <p:nvPr/>
        </p:nvSpPr>
        <p:spPr>
          <a:xfrm>
            <a:off x="7650833" y="2943921"/>
            <a:ext cx="232643" cy="217771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F6910E71-AF90-BE4B-A3A7-604486E4FF48}"/>
              </a:ext>
            </a:extLst>
          </p:cNvPr>
          <p:cNvSpPr>
            <a:spLocks noChangeAspect="1"/>
          </p:cNvSpPr>
          <p:nvPr/>
        </p:nvSpPr>
        <p:spPr>
          <a:xfrm>
            <a:off x="6958637" y="2236316"/>
            <a:ext cx="232643" cy="217771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C73C1841-FE27-5C46-9922-E34FA2EE5061}"/>
              </a:ext>
            </a:extLst>
          </p:cNvPr>
          <p:cNvSpPr>
            <a:spLocks noChangeAspect="1"/>
          </p:cNvSpPr>
          <p:nvPr/>
        </p:nvSpPr>
        <p:spPr>
          <a:xfrm>
            <a:off x="7396977" y="2102470"/>
            <a:ext cx="232643" cy="217771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7D86364A-DA8C-3549-A7F7-B805F405418B}"/>
              </a:ext>
            </a:extLst>
          </p:cNvPr>
          <p:cNvSpPr>
            <a:spLocks noChangeAspect="1"/>
          </p:cNvSpPr>
          <p:nvPr/>
        </p:nvSpPr>
        <p:spPr>
          <a:xfrm>
            <a:off x="8021445" y="2435037"/>
            <a:ext cx="232643" cy="217771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F06EC640-B96C-1B49-BFD0-0950F1DCDA7C}"/>
              </a:ext>
            </a:extLst>
          </p:cNvPr>
          <p:cNvSpPr>
            <a:spLocks noChangeAspect="1"/>
          </p:cNvSpPr>
          <p:nvPr/>
        </p:nvSpPr>
        <p:spPr>
          <a:xfrm>
            <a:off x="7486816" y="1541485"/>
            <a:ext cx="232643" cy="217771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279FAAD-7031-634F-82FA-4D59195886EA}"/>
              </a:ext>
            </a:extLst>
          </p:cNvPr>
          <p:cNvSpPr txBox="1"/>
          <p:nvPr/>
        </p:nvSpPr>
        <p:spPr>
          <a:xfrm>
            <a:off x="5424040" y="1434971"/>
            <a:ext cx="375387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dirty="0"/>
              <a:t>H</a:t>
            </a:r>
            <a:r>
              <a:rPr lang="en-US" sz="1050" baseline="-25000" dirty="0"/>
              <a:t>0</a:t>
            </a:r>
            <a:endParaRPr lang="en-US" sz="105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A475F08-66AC-7741-A4E8-BF39D585E4C3}"/>
              </a:ext>
            </a:extLst>
          </p:cNvPr>
          <p:cNvSpPr txBox="1"/>
          <p:nvPr/>
        </p:nvSpPr>
        <p:spPr>
          <a:xfrm>
            <a:off x="5834221" y="1219528"/>
            <a:ext cx="375387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dirty="0"/>
              <a:t>H</a:t>
            </a:r>
            <a:r>
              <a:rPr lang="en-US" sz="1050" baseline="-25000" dirty="0"/>
              <a:t>1</a:t>
            </a:r>
            <a:endParaRPr lang="en-US" sz="1050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2D1C4D0-5646-8C41-821F-4F764B433A55}"/>
              </a:ext>
            </a:extLst>
          </p:cNvPr>
          <p:cNvSpPr txBox="1"/>
          <p:nvPr/>
        </p:nvSpPr>
        <p:spPr>
          <a:xfrm>
            <a:off x="4996979" y="1829733"/>
            <a:ext cx="375387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dirty="0"/>
              <a:t>H</a:t>
            </a:r>
            <a:r>
              <a:rPr lang="en-US" sz="1050" baseline="-25000" dirty="0"/>
              <a:t>2</a:t>
            </a:r>
            <a:endParaRPr lang="en-US" sz="105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976DED87-4E1F-7447-8CE2-B0932F526A31}"/>
                  </a:ext>
                </a:extLst>
              </p:cNvPr>
              <p:cNvSpPr txBox="1"/>
              <p:nvPr/>
            </p:nvSpPr>
            <p:spPr>
              <a:xfrm>
                <a:off x="7725653" y="3696646"/>
                <a:ext cx="1067189" cy="457433"/>
              </a:xfrm>
              <a:prstGeom prst="rect">
                <a:avLst/>
              </a:prstGeom>
              <a:solidFill>
                <a:schemeClr val="bg1">
                  <a:lumMod val="95000"/>
                  <a:alpha val="75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976DED87-4E1F-7447-8CE2-B0932F526A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25653" y="3696646"/>
                <a:ext cx="1067189" cy="45743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624B828D-AF0C-2247-81B3-DAC47ACF4DC7}"/>
                  </a:ext>
                </a:extLst>
              </p:cNvPr>
              <p:cNvSpPr txBox="1"/>
              <p:nvPr/>
            </p:nvSpPr>
            <p:spPr>
              <a:xfrm>
                <a:off x="8009638" y="3161692"/>
                <a:ext cx="1067188" cy="457433"/>
              </a:xfrm>
              <a:prstGeom prst="rect">
                <a:avLst/>
              </a:prstGeom>
              <a:solidFill>
                <a:schemeClr val="bg1">
                  <a:lumMod val="95000"/>
                  <a:alpha val="75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2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12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1200" i="1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sz="1200" i="1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624B828D-AF0C-2247-81B3-DAC47ACF4D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09638" y="3161692"/>
                <a:ext cx="1067188" cy="45743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5F7B9708-AA04-4246-AB81-E59698E0CCB7}"/>
                  </a:ext>
                </a:extLst>
              </p:cNvPr>
              <p:cNvSpPr txBox="1"/>
              <p:nvPr/>
            </p:nvSpPr>
            <p:spPr>
              <a:xfrm>
                <a:off x="6575971" y="3854531"/>
                <a:ext cx="1046701" cy="457433"/>
              </a:xfrm>
              <a:prstGeom prst="rect">
                <a:avLst/>
              </a:prstGeom>
              <a:solidFill>
                <a:schemeClr val="bg1">
                  <a:lumMod val="95000"/>
                  <a:alpha val="75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2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12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1200" i="1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sz="1200" i="1">
                          <a:latin typeface="Cambria Math" panose="02040503050406030204" pitchFamily="18" charset="0"/>
                        </a:rPr>
                        <m:t>=−1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5F7B9708-AA04-4246-AB81-E59698E0CC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75971" y="3854531"/>
                <a:ext cx="1046701" cy="45743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" name="Oval 36">
            <a:extLst>
              <a:ext uri="{FF2B5EF4-FFF2-40B4-BE49-F238E27FC236}">
                <a16:creationId xmlns:a16="http://schemas.microsoft.com/office/drawing/2014/main" id="{D3C86F6A-26BA-904C-A526-2EFDD3BC7DBD}"/>
              </a:ext>
            </a:extLst>
          </p:cNvPr>
          <p:cNvSpPr>
            <a:spLocks noChangeAspect="1"/>
          </p:cNvSpPr>
          <p:nvPr/>
        </p:nvSpPr>
        <p:spPr>
          <a:xfrm>
            <a:off x="6847569" y="1409956"/>
            <a:ext cx="232643" cy="217771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57893D7-AA2A-8C4D-806B-F4886318DE26}"/>
              </a:ext>
            </a:extLst>
          </p:cNvPr>
          <p:cNvSpPr txBox="1"/>
          <p:nvPr/>
        </p:nvSpPr>
        <p:spPr>
          <a:xfrm>
            <a:off x="7738910" y="1793118"/>
            <a:ext cx="70344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Class 1:</a:t>
            </a:r>
          </a:p>
          <a:p>
            <a:r>
              <a:rPr lang="en-US" sz="1100" dirty="0"/>
              <a:t>y = +1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E41F7A5-0B72-034F-804E-DE35977855DB}"/>
              </a:ext>
            </a:extLst>
          </p:cNvPr>
          <p:cNvSpPr txBox="1"/>
          <p:nvPr/>
        </p:nvSpPr>
        <p:spPr>
          <a:xfrm>
            <a:off x="5424040" y="3642659"/>
            <a:ext cx="70344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Class 2:</a:t>
            </a:r>
          </a:p>
          <a:p>
            <a:r>
              <a:rPr lang="en-US" sz="1100" dirty="0"/>
              <a:t>y = -1</a:t>
            </a: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A84E4172-5D30-104C-9E17-84E51C41FC3B}"/>
              </a:ext>
            </a:extLst>
          </p:cNvPr>
          <p:cNvCxnSpPr>
            <a:cxnSpLocks/>
          </p:cNvCxnSpPr>
          <p:nvPr/>
        </p:nvCxnSpPr>
        <p:spPr>
          <a:xfrm flipV="1">
            <a:off x="4901938" y="1346486"/>
            <a:ext cx="0" cy="303501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A90942AF-33A9-6647-923F-FC287A6D41AB}"/>
              </a:ext>
            </a:extLst>
          </p:cNvPr>
          <p:cNvCxnSpPr>
            <a:cxnSpLocks/>
          </p:cNvCxnSpPr>
          <p:nvPr/>
        </p:nvCxnSpPr>
        <p:spPr>
          <a:xfrm>
            <a:off x="4901938" y="4381501"/>
            <a:ext cx="378486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2A073C41-3410-1441-B21B-97B7F57C0938}"/>
              </a:ext>
            </a:extLst>
          </p:cNvPr>
          <p:cNvSpPr txBox="1"/>
          <p:nvPr/>
        </p:nvSpPr>
        <p:spPr>
          <a:xfrm>
            <a:off x="8665136" y="4136687"/>
            <a:ext cx="4780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x</a:t>
            </a:r>
            <a:r>
              <a:rPr lang="en-US" baseline="-25000" dirty="0"/>
              <a:t>1</a:t>
            </a:r>
            <a:endParaRPr lang="en-US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B3E3B48-1894-294B-B83D-7439DC198818}"/>
              </a:ext>
            </a:extLst>
          </p:cNvPr>
          <p:cNvSpPr txBox="1"/>
          <p:nvPr/>
        </p:nvSpPr>
        <p:spPr>
          <a:xfrm>
            <a:off x="4718161" y="961841"/>
            <a:ext cx="4780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x</a:t>
            </a:r>
            <a:r>
              <a:rPr lang="en-US" baseline="-25000" dirty="0"/>
              <a:t>2</a:t>
            </a:r>
            <a:endParaRPr lang="en-US" dirty="0"/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F75AE4ED-DDF0-1444-A740-DC0A4B3C0E66}"/>
              </a:ext>
            </a:extLst>
          </p:cNvPr>
          <p:cNvCxnSpPr>
            <a:cxnSpLocks/>
          </p:cNvCxnSpPr>
          <p:nvPr/>
        </p:nvCxnSpPr>
        <p:spPr>
          <a:xfrm flipV="1">
            <a:off x="5517332" y="1916309"/>
            <a:ext cx="334799" cy="333261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981516F0-8A8E-B94F-918D-82F2D9CA26D9}"/>
              </a:ext>
            </a:extLst>
          </p:cNvPr>
          <p:cNvCxnSpPr>
            <a:cxnSpLocks/>
          </p:cNvCxnSpPr>
          <p:nvPr/>
        </p:nvCxnSpPr>
        <p:spPr>
          <a:xfrm flipV="1">
            <a:off x="5907208" y="1557574"/>
            <a:ext cx="334799" cy="333261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101007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0" grpId="0"/>
      <p:bldP spid="31" grpId="0"/>
      <p:bldP spid="32" grpId="0" animBg="1"/>
      <p:bldP spid="34" grpId="0" animBg="1"/>
      <p:bldP spid="35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A04DD1-2C29-9BA2-F965-1A689ACE67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calculate the margin?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1F65FF-9B09-188D-6F8B-4EC1469778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800" dirty="0"/>
              <a:t>The distance from a point (</a:t>
            </a:r>
            <a:r>
              <a:rPr lang="en-US" sz="1800" i="1" dirty="0" err="1"/>
              <a:t>x</a:t>
            </a:r>
            <a:r>
              <a:rPr lang="en-US" sz="1800" i="1" baseline="-25000" dirty="0" err="1"/>
              <a:t>o</a:t>
            </a:r>
            <a:r>
              <a:rPr lang="en-US" sz="1800" dirty="0" err="1"/>
              <a:t>,</a:t>
            </a:r>
            <a:r>
              <a:rPr lang="en-US" sz="1800" i="1" dirty="0" err="1"/>
              <a:t>y</a:t>
            </a:r>
            <a:r>
              <a:rPr lang="en-US" sz="1800" i="1" baseline="-25000" dirty="0" err="1"/>
              <a:t>o</a:t>
            </a:r>
            <a:r>
              <a:rPr lang="en-US" sz="1800" dirty="0"/>
              <a:t>) to a line </a:t>
            </a:r>
            <a:r>
              <a:rPr lang="en-US" sz="1800" i="1" dirty="0"/>
              <a:t>Ax</a:t>
            </a:r>
            <a:r>
              <a:rPr lang="en-US" sz="1800" dirty="0"/>
              <a:t> + </a:t>
            </a:r>
            <a:r>
              <a:rPr lang="en-US" sz="1800" i="1" dirty="0"/>
              <a:t>By</a:t>
            </a:r>
            <a:r>
              <a:rPr lang="en-US" sz="1800" dirty="0"/>
              <a:t> + </a:t>
            </a:r>
            <a:r>
              <a:rPr lang="en-US" sz="1800" i="1" dirty="0"/>
              <a:t>c</a:t>
            </a:r>
            <a:r>
              <a:rPr lang="en-US" sz="1800" dirty="0"/>
              <a:t> = 0 is:</a:t>
            </a:r>
          </a:p>
          <a:p>
            <a:endParaRPr lang="en-US" sz="1800" dirty="0"/>
          </a:p>
          <a:p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800" dirty="0"/>
          </a:p>
          <a:p>
            <a:r>
              <a:rPr lang="en-US" sz="1800" dirty="0"/>
              <a:t>Therefore, the distance between H</a:t>
            </a:r>
            <a:r>
              <a:rPr lang="en-US" sz="1800" baseline="-25000" dirty="0"/>
              <a:t>0</a:t>
            </a:r>
            <a:r>
              <a:rPr lang="en-US" sz="1800" dirty="0"/>
              <a:t> and H</a:t>
            </a:r>
            <a:r>
              <a:rPr lang="en-US" sz="1800" baseline="-25000" dirty="0"/>
              <a:t>1</a:t>
            </a:r>
            <a:r>
              <a:rPr lang="en-US" sz="1800" dirty="0"/>
              <a:t> is:</a:t>
            </a:r>
          </a:p>
          <a:p>
            <a:endParaRPr lang="en-US" sz="1800" dirty="0"/>
          </a:p>
          <a:p>
            <a:endParaRPr lang="en-US" sz="1800" dirty="0"/>
          </a:p>
          <a:p>
            <a:endParaRPr lang="en-US" sz="1800" dirty="0"/>
          </a:p>
          <a:p>
            <a:r>
              <a:rPr lang="en-US" sz="1800" dirty="0"/>
              <a:t>So the total distance between H</a:t>
            </a:r>
            <a:r>
              <a:rPr lang="en-US" sz="1800" baseline="-25000" dirty="0"/>
              <a:t>1</a:t>
            </a:r>
            <a:r>
              <a:rPr lang="en-US" sz="1800" dirty="0"/>
              <a:t> and H</a:t>
            </a:r>
            <a:r>
              <a:rPr lang="en-US" sz="1800" baseline="-25000" dirty="0"/>
              <a:t>2</a:t>
            </a:r>
            <a:r>
              <a:rPr lang="en-US" sz="1800" dirty="0"/>
              <a:t> is:</a:t>
            </a:r>
          </a:p>
          <a:p>
            <a:endParaRPr lang="en-US" sz="1800" dirty="0"/>
          </a:p>
          <a:p>
            <a:endParaRPr lang="en-US" sz="1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B1F9528D-909A-1C5F-7B61-55A9FAAB865B}"/>
                  </a:ext>
                </a:extLst>
              </p:cNvPr>
              <p:cNvSpPr txBox="1"/>
              <p:nvPr/>
            </p:nvSpPr>
            <p:spPr>
              <a:xfrm>
                <a:off x="3166280" y="1794681"/>
                <a:ext cx="1632113" cy="58734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begChr m:val="|"/>
                              <m:endChr m:val="|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𝑜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</m:d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sSup>
                                <m:sSupPr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rad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B1F9528D-909A-1C5F-7B61-55A9FAAB86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66280" y="1794681"/>
                <a:ext cx="1632113" cy="587340"/>
              </a:xfrm>
              <a:prstGeom prst="rect">
                <a:avLst/>
              </a:prstGeom>
              <a:blipFill>
                <a:blip r:embed="rId2"/>
                <a:stretch>
                  <a:fillRect b="-106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F83B7A5-D010-6AF9-0030-E9535325B236}"/>
                  </a:ext>
                </a:extLst>
              </p:cNvPr>
              <p:cNvSpPr txBox="1"/>
              <p:nvPr/>
            </p:nvSpPr>
            <p:spPr>
              <a:xfrm>
                <a:off x="3075549" y="3148083"/>
                <a:ext cx="1813573" cy="57265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begChr m:val="|"/>
                              <m:endChr m:val="|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∙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𝑏</m:t>
                              </m:r>
                            </m:e>
                          </m:d>
                        </m:num>
                        <m:den>
                          <m:d>
                            <m:dPr>
                              <m:begChr m:val="‖"/>
                              <m:endChr m:val="‖"/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</m:d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d>
                            <m:dPr>
                              <m:begChr m:val="‖"/>
                              <m:endChr m:val="‖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F83B7A5-D010-6AF9-0030-E9535325B2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5549" y="3148083"/>
                <a:ext cx="1813573" cy="572657"/>
              </a:xfrm>
              <a:prstGeom prst="rect">
                <a:avLst/>
              </a:prstGeom>
              <a:blipFill>
                <a:blip r:embed="rId3"/>
                <a:stretch>
                  <a:fillRect b="-4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5E87764-6A38-B4AA-2447-DB881D4F67D1}"/>
                  </a:ext>
                </a:extLst>
              </p:cNvPr>
              <p:cNvSpPr txBox="1"/>
              <p:nvPr/>
            </p:nvSpPr>
            <p:spPr>
              <a:xfrm>
                <a:off x="5552364" y="3960438"/>
                <a:ext cx="484940" cy="55758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d>
                            <m:dPr>
                              <m:begChr m:val="‖"/>
                              <m:endChr m:val="‖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5E87764-6A38-B4AA-2447-DB881D4F67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52364" y="3960438"/>
                <a:ext cx="484940" cy="557589"/>
              </a:xfrm>
              <a:prstGeom prst="rect">
                <a:avLst/>
              </a:prstGeom>
              <a:blipFill>
                <a:blip r:embed="rId4"/>
                <a:stretch>
                  <a:fillRect t="-6818" b="-22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8684348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ACD0FC-6BE0-064C-A2DC-D9945EBA18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Building the SVC model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BD7471C-2CF8-BC4D-9FBE-EADFD5072E9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200" y="1200151"/>
                <a:ext cx="4469716" cy="3181350"/>
              </a:xfrm>
            </p:spPr>
            <p:txBody>
              <a:bodyPr/>
              <a:lstStyle/>
              <a:p>
                <a:pPr marL="0" indent="0">
                  <a:spcAft>
                    <a:spcPts val="400"/>
                  </a:spcAft>
                  <a:buNone/>
                </a:pPr>
                <a:r>
                  <a:rPr lang="en-US" sz="1800" dirty="0"/>
                  <a:t>Margin between H1 and H2:</a:t>
                </a:r>
              </a:p>
              <a:p>
                <a:pPr marL="0" indent="0">
                  <a:spcAft>
                    <a:spcPts val="4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𝑀𝑎𝑟𝑔𝑖𝑛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sSubSup>
                                <m:sSubSupPr>
                                  <m:ctrlP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Sup>
                                <m:sSubSupPr>
                                  <m:ctrlP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e>
                          </m:rad>
                        </m:den>
                      </m:f>
                    </m:oMath>
                  </m:oMathPara>
                </a14:m>
                <a:endParaRPr lang="en-US" sz="1800" dirty="0"/>
              </a:p>
              <a:p>
                <a:pPr marL="0" indent="0">
                  <a:spcAft>
                    <a:spcPts val="400"/>
                  </a:spcAft>
                  <a:buNone/>
                </a:pPr>
                <a:r>
                  <a:rPr lang="en-US" sz="1800" dirty="0"/>
                  <a:t>Or more generally using L2 Norm:</a:t>
                </a:r>
              </a:p>
              <a:p>
                <a:pPr marL="0" indent="0">
                  <a:spcAft>
                    <a:spcPts val="4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i="1">
                          <a:latin typeface="Cambria Math" panose="02040503050406030204" pitchFamily="18" charset="0"/>
                        </a:rPr>
                        <m:t>𝑀𝑎𝑟𝑔𝑖𝑛</m:t>
                      </m:r>
                      <m:r>
                        <a:rPr lang="en-US" sz="18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sSub>
                            <m:sSubPr>
                              <m:ctrlPr>
                                <a:rPr lang="en-US" sz="18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</m:d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</m:e>
                            <m:sub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sz="1800" dirty="0"/>
              </a:p>
              <a:p>
                <a:pPr marL="0" indent="0">
                  <a:spcAft>
                    <a:spcPts val="400"/>
                  </a:spcAft>
                  <a:buNone/>
                </a:pPr>
                <a:r>
                  <a:rPr lang="en-US" sz="1800" dirty="0"/>
                  <a:t>To maximize the margin, we seek to minimize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</m:d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1800" b="0" i="0" smtClean="0">
                        <a:latin typeface="Cambria Math" panose="02040503050406030204" pitchFamily="18" charset="0"/>
                      </a:rPr>
                      <m:t>. </m:t>
                    </m:r>
                  </m:oMath>
                </a14:m>
                <a:r>
                  <a:rPr lang="en-US" sz="1800" dirty="0"/>
                  <a:t>But </a:t>
                </a:r>
                <a:r>
                  <a:rPr lang="en-US" sz="1800" i="1" dirty="0"/>
                  <a:t>w</a:t>
                </a:r>
                <a:r>
                  <a:rPr lang="en-US" sz="1800" dirty="0"/>
                  <a:t> is also constrained by our previous equation : </a:t>
                </a:r>
              </a:p>
              <a:p>
                <a:pPr lvl="1">
                  <a:spcAft>
                    <a:spcPts val="400"/>
                  </a:spcAft>
                </a:pPr>
                <a:endParaRPr lang="en-US" sz="1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BD7471C-2CF8-BC4D-9FBE-EADFD5072E9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200151"/>
                <a:ext cx="4469716" cy="3181350"/>
              </a:xfrm>
              <a:blipFill>
                <a:blip r:embed="rId2"/>
                <a:stretch>
                  <a:fillRect l="-1136" t="-7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D836331B-AA04-3249-962E-AD140396778A}"/>
              </a:ext>
            </a:extLst>
          </p:cNvPr>
          <p:cNvCxnSpPr>
            <a:cxnSpLocks/>
          </p:cNvCxnSpPr>
          <p:nvPr/>
        </p:nvCxnSpPr>
        <p:spPr>
          <a:xfrm>
            <a:off x="5713411" y="1732156"/>
            <a:ext cx="2080708" cy="208070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A35A5FE1-E62D-6A49-883F-C1868A2378B8}"/>
              </a:ext>
            </a:extLst>
          </p:cNvPr>
          <p:cNvCxnSpPr>
            <a:cxnSpLocks/>
          </p:cNvCxnSpPr>
          <p:nvPr/>
        </p:nvCxnSpPr>
        <p:spPr>
          <a:xfrm>
            <a:off x="5325738" y="2062147"/>
            <a:ext cx="1926273" cy="1926273"/>
          </a:xfrm>
          <a:prstGeom prst="line">
            <a:avLst/>
          </a:prstGeom>
          <a:ln>
            <a:solidFill>
              <a:schemeClr val="tx1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BAA8AB6-2976-194C-9C16-AB6C83016E53}"/>
              </a:ext>
            </a:extLst>
          </p:cNvPr>
          <p:cNvCxnSpPr>
            <a:cxnSpLocks/>
          </p:cNvCxnSpPr>
          <p:nvPr/>
        </p:nvCxnSpPr>
        <p:spPr>
          <a:xfrm>
            <a:off x="6066640" y="1349673"/>
            <a:ext cx="2036581" cy="2036581"/>
          </a:xfrm>
          <a:prstGeom prst="line">
            <a:avLst/>
          </a:prstGeom>
          <a:ln>
            <a:solidFill>
              <a:schemeClr val="tx1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>
            <a:extLst>
              <a:ext uri="{FF2B5EF4-FFF2-40B4-BE49-F238E27FC236}">
                <a16:creationId xmlns:a16="http://schemas.microsoft.com/office/drawing/2014/main" id="{CE3955E3-841E-5641-B670-972F8C36CB72}"/>
              </a:ext>
            </a:extLst>
          </p:cNvPr>
          <p:cNvSpPr>
            <a:spLocks noChangeAspect="1"/>
          </p:cNvSpPr>
          <p:nvPr/>
        </p:nvSpPr>
        <p:spPr>
          <a:xfrm>
            <a:off x="5590478" y="2790825"/>
            <a:ext cx="232643" cy="217771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0915B50-3BE6-EF4F-8608-DB9968DD5F81}"/>
              </a:ext>
            </a:extLst>
          </p:cNvPr>
          <p:cNvSpPr>
            <a:spLocks noChangeAspect="1"/>
          </p:cNvSpPr>
          <p:nvPr/>
        </p:nvSpPr>
        <p:spPr>
          <a:xfrm>
            <a:off x="5526196" y="3313251"/>
            <a:ext cx="232643" cy="217771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98F007E2-DE8B-3349-8453-D0D53A5D8BC4}"/>
              </a:ext>
            </a:extLst>
          </p:cNvPr>
          <p:cNvSpPr>
            <a:spLocks noChangeAspect="1"/>
          </p:cNvSpPr>
          <p:nvPr/>
        </p:nvSpPr>
        <p:spPr>
          <a:xfrm>
            <a:off x="5703850" y="2464560"/>
            <a:ext cx="232643" cy="217771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B4A5D776-CE67-784F-B9D4-E6621BB3225B}"/>
              </a:ext>
            </a:extLst>
          </p:cNvPr>
          <p:cNvSpPr>
            <a:spLocks noChangeAspect="1"/>
          </p:cNvSpPr>
          <p:nvPr/>
        </p:nvSpPr>
        <p:spPr>
          <a:xfrm>
            <a:off x="6687015" y="3455814"/>
            <a:ext cx="232643" cy="217771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4AB8A129-AB0C-064B-987B-AA731DDB5AE1}"/>
              </a:ext>
            </a:extLst>
          </p:cNvPr>
          <p:cNvSpPr>
            <a:spLocks noChangeAspect="1"/>
          </p:cNvSpPr>
          <p:nvPr/>
        </p:nvSpPr>
        <p:spPr>
          <a:xfrm>
            <a:off x="6109011" y="3344486"/>
            <a:ext cx="232643" cy="217771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DCD9F2E9-C25F-9C4C-B7D2-783B7D1E7C62}"/>
              </a:ext>
            </a:extLst>
          </p:cNvPr>
          <p:cNvSpPr>
            <a:spLocks noChangeAspect="1"/>
          </p:cNvSpPr>
          <p:nvPr/>
        </p:nvSpPr>
        <p:spPr>
          <a:xfrm>
            <a:off x="5192792" y="2556649"/>
            <a:ext cx="232643" cy="217771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F38E4442-DDFD-A04F-AA4F-4BE34C33F8CE}"/>
              </a:ext>
            </a:extLst>
          </p:cNvPr>
          <p:cNvSpPr>
            <a:spLocks noChangeAspect="1"/>
          </p:cNvSpPr>
          <p:nvPr/>
        </p:nvSpPr>
        <p:spPr>
          <a:xfrm>
            <a:off x="6148040" y="3812864"/>
            <a:ext cx="232643" cy="217771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0B7C050D-32EA-1B4E-AFC4-BAE79917FFD8}"/>
              </a:ext>
            </a:extLst>
          </p:cNvPr>
          <p:cNvSpPr>
            <a:spLocks noChangeAspect="1"/>
          </p:cNvSpPr>
          <p:nvPr/>
        </p:nvSpPr>
        <p:spPr>
          <a:xfrm>
            <a:off x="6654922" y="1926408"/>
            <a:ext cx="232643" cy="217771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C065EE02-9A4E-9D4D-8A5A-8373514C3DEF}"/>
              </a:ext>
            </a:extLst>
          </p:cNvPr>
          <p:cNvSpPr>
            <a:spLocks noChangeAspect="1"/>
          </p:cNvSpPr>
          <p:nvPr/>
        </p:nvSpPr>
        <p:spPr>
          <a:xfrm>
            <a:off x="7650833" y="2943921"/>
            <a:ext cx="232643" cy="217771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F6910E71-AF90-BE4B-A3A7-604486E4FF48}"/>
              </a:ext>
            </a:extLst>
          </p:cNvPr>
          <p:cNvSpPr>
            <a:spLocks noChangeAspect="1"/>
          </p:cNvSpPr>
          <p:nvPr/>
        </p:nvSpPr>
        <p:spPr>
          <a:xfrm>
            <a:off x="6958637" y="2236316"/>
            <a:ext cx="232643" cy="217771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C73C1841-FE27-5C46-9922-E34FA2EE5061}"/>
              </a:ext>
            </a:extLst>
          </p:cNvPr>
          <p:cNvSpPr>
            <a:spLocks noChangeAspect="1"/>
          </p:cNvSpPr>
          <p:nvPr/>
        </p:nvSpPr>
        <p:spPr>
          <a:xfrm>
            <a:off x="7396977" y="2102470"/>
            <a:ext cx="232643" cy="217771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7D86364A-DA8C-3549-A7F7-B805F405418B}"/>
              </a:ext>
            </a:extLst>
          </p:cNvPr>
          <p:cNvSpPr>
            <a:spLocks noChangeAspect="1"/>
          </p:cNvSpPr>
          <p:nvPr/>
        </p:nvSpPr>
        <p:spPr>
          <a:xfrm>
            <a:off x="8021445" y="2435037"/>
            <a:ext cx="232643" cy="217771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F06EC640-B96C-1B49-BFD0-0950F1DCDA7C}"/>
              </a:ext>
            </a:extLst>
          </p:cNvPr>
          <p:cNvSpPr>
            <a:spLocks noChangeAspect="1"/>
          </p:cNvSpPr>
          <p:nvPr/>
        </p:nvSpPr>
        <p:spPr>
          <a:xfrm>
            <a:off x="7486816" y="1541485"/>
            <a:ext cx="232643" cy="217771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D3C86F6A-26BA-904C-A526-2EFDD3BC7DBD}"/>
              </a:ext>
            </a:extLst>
          </p:cNvPr>
          <p:cNvSpPr>
            <a:spLocks noChangeAspect="1"/>
          </p:cNvSpPr>
          <p:nvPr/>
        </p:nvSpPr>
        <p:spPr>
          <a:xfrm>
            <a:off x="6847569" y="1409956"/>
            <a:ext cx="232643" cy="217771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57893D7-AA2A-8C4D-806B-F4886318DE26}"/>
              </a:ext>
            </a:extLst>
          </p:cNvPr>
          <p:cNvSpPr txBox="1"/>
          <p:nvPr/>
        </p:nvSpPr>
        <p:spPr>
          <a:xfrm>
            <a:off x="7738910" y="1793118"/>
            <a:ext cx="70344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Class 1:</a:t>
            </a:r>
          </a:p>
          <a:p>
            <a:r>
              <a:rPr lang="en-US" sz="1100" dirty="0"/>
              <a:t>y = +1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E41F7A5-0B72-034F-804E-DE35977855DB}"/>
              </a:ext>
            </a:extLst>
          </p:cNvPr>
          <p:cNvSpPr txBox="1"/>
          <p:nvPr/>
        </p:nvSpPr>
        <p:spPr>
          <a:xfrm>
            <a:off x="5424040" y="3642659"/>
            <a:ext cx="70344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Class 2:</a:t>
            </a:r>
          </a:p>
          <a:p>
            <a:r>
              <a:rPr lang="en-US" sz="1100" dirty="0"/>
              <a:t>y = -1</a:t>
            </a: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A84E4172-5D30-104C-9E17-84E51C41FC3B}"/>
              </a:ext>
            </a:extLst>
          </p:cNvPr>
          <p:cNvCxnSpPr>
            <a:cxnSpLocks/>
          </p:cNvCxnSpPr>
          <p:nvPr/>
        </p:nvCxnSpPr>
        <p:spPr>
          <a:xfrm flipV="1">
            <a:off x="4901938" y="1346486"/>
            <a:ext cx="0" cy="303501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A90942AF-33A9-6647-923F-FC287A6D41AB}"/>
              </a:ext>
            </a:extLst>
          </p:cNvPr>
          <p:cNvCxnSpPr>
            <a:cxnSpLocks/>
          </p:cNvCxnSpPr>
          <p:nvPr/>
        </p:nvCxnSpPr>
        <p:spPr>
          <a:xfrm>
            <a:off x="4901938" y="4381501"/>
            <a:ext cx="378486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2A073C41-3410-1441-B21B-97B7F57C0938}"/>
              </a:ext>
            </a:extLst>
          </p:cNvPr>
          <p:cNvSpPr txBox="1"/>
          <p:nvPr/>
        </p:nvSpPr>
        <p:spPr>
          <a:xfrm>
            <a:off x="8665136" y="4136687"/>
            <a:ext cx="4780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x</a:t>
            </a:r>
            <a:r>
              <a:rPr lang="en-US" baseline="-25000" dirty="0"/>
              <a:t>1</a:t>
            </a:r>
            <a:endParaRPr lang="en-US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B3E3B48-1894-294B-B83D-7439DC198818}"/>
              </a:ext>
            </a:extLst>
          </p:cNvPr>
          <p:cNvSpPr txBox="1"/>
          <p:nvPr/>
        </p:nvSpPr>
        <p:spPr>
          <a:xfrm>
            <a:off x="4718161" y="961841"/>
            <a:ext cx="4780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x</a:t>
            </a:r>
            <a:r>
              <a:rPr lang="en-US" baseline="-25000" dirty="0"/>
              <a:t>2</a:t>
            </a:r>
            <a:endParaRPr lang="en-US" dirty="0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683A2985-6B73-CA42-BAEF-78C27FBF87D1}"/>
              </a:ext>
            </a:extLst>
          </p:cNvPr>
          <p:cNvCxnSpPr/>
          <p:nvPr/>
        </p:nvCxnSpPr>
        <p:spPr>
          <a:xfrm flipV="1">
            <a:off x="5552423" y="1556838"/>
            <a:ext cx="683412" cy="694831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7CCF1921-AA39-8049-A3CC-72D952B16CD2}"/>
                  </a:ext>
                </a:extLst>
              </p:cNvPr>
              <p:cNvSpPr/>
              <p:nvPr/>
            </p:nvSpPr>
            <p:spPr>
              <a:xfrm rot="18735759">
                <a:off x="4756546" y="1425572"/>
                <a:ext cx="1585886" cy="516745"/>
              </a:xfrm>
              <a:prstGeom prst="rect">
                <a:avLst/>
              </a:prstGeom>
              <a:solidFill>
                <a:schemeClr val="bg1">
                  <a:lumMod val="95000"/>
                  <a:alpha val="75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1200" i="1">
                          <a:latin typeface="Cambria Math" panose="02040503050406030204" pitchFamily="18" charset="0"/>
                        </a:rPr>
                        <m:t>𝑀𝑎𝑟𝑔𝑖𝑛</m:t>
                      </m:r>
                      <m:r>
                        <a:rPr lang="en-US" sz="12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sSubSup>
                                <m:sSubSupPr>
                                  <m:ctrlP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Sup>
                                <m:sSubSupPr>
                                  <m:ctrlP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e>
                          </m:rad>
                        </m:den>
                      </m:f>
                    </m:oMath>
                  </m:oMathPara>
                </a14:m>
                <a:endParaRPr lang="en-US" sz="1200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7CCF1921-AA39-8049-A3CC-72D952B16CD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8735759">
                <a:off x="4756546" y="1425572"/>
                <a:ext cx="1585886" cy="51674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C475C01D-5D9B-5443-A5D2-EC3A14D727D9}"/>
                  </a:ext>
                </a:extLst>
              </p:cNvPr>
              <p:cNvSpPr/>
              <p:nvPr/>
            </p:nvSpPr>
            <p:spPr>
              <a:xfrm>
                <a:off x="1408771" y="4188034"/>
                <a:ext cx="2328779" cy="40780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lvl="1"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≥1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C475C01D-5D9B-5443-A5D2-EC3A14D727D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08771" y="4188034"/>
                <a:ext cx="2328779" cy="40780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CD0531C2-273C-1E47-87CE-C726658A2286}"/>
                  </a:ext>
                </a:extLst>
              </p:cNvPr>
              <p:cNvSpPr txBox="1"/>
              <p:nvPr/>
            </p:nvSpPr>
            <p:spPr>
              <a:xfrm>
                <a:off x="7725653" y="3696646"/>
                <a:ext cx="1067189" cy="4574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CD0531C2-273C-1E47-87CE-C726658A22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25653" y="3696646"/>
                <a:ext cx="1067189" cy="45743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424DDA64-4E2B-5447-9F15-B836DF68BC05}"/>
                  </a:ext>
                </a:extLst>
              </p:cNvPr>
              <p:cNvSpPr txBox="1"/>
              <p:nvPr/>
            </p:nvSpPr>
            <p:spPr>
              <a:xfrm>
                <a:off x="8009638" y="3161692"/>
                <a:ext cx="1067188" cy="4574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2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12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1200" i="1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sz="1200" i="1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424DDA64-4E2B-5447-9F15-B836DF68BC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09638" y="3161692"/>
                <a:ext cx="1067188" cy="45743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9EA7839F-8892-9247-877E-3B238DF4C2CD}"/>
                  </a:ext>
                </a:extLst>
              </p:cNvPr>
              <p:cNvSpPr txBox="1"/>
              <p:nvPr/>
            </p:nvSpPr>
            <p:spPr>
              <a:xfrm>
                <a:off x="6624610" y="3895442"/>
                <a:ext cx="1046701" cy="4574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2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12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1200" i="1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sz="1200" i="1">
                          <a:latin typeface="Cambria Math" panose="02040503050406030204" pitchFamily="18" charset="0"/>
                        </a:rPr>
                        <m:t>=−1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9EA7839F-8892-9247-877E-3B238DF4C2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24610" y="3895442"/>
                <a:ext cx="1046701" cy="457433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8242133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285BC1-2586-9A4B-8F57-9DB9F4249D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Building the SVC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A86B25-EBD9-344F-BE88-1CF252F6AE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00151"/>
            <a:ext cx="5507764" cy="485526"/>
          </a:xfrm>
        </p:spPr>
        <p:txBody>
          <a:bodyPr/>
          <a:lstStyle/>
          <a:p>
            <a:pPr marL="0" indent="0">
              <a:buNone/>
            </a:pPr>
            <a:r>
              <a:rPr lang="en-US" sz="1800" dirty="0"/>
              <a:t>Now we have a constrained optimization problem: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43652FFE-2D8C-9B43-86EF-9C28F56FBBC0}"/>
                  </a:ext>
                </a:extLst>
              </p:cNvPr>
              <p:cNvSpPr/>
              <p:nvPr/>
            </p:nvSpPr>
            <p:spPr>
              <a:xfrm>
                <a:off x="-340036" y="1685677"/>
                <a:ext cx="6514189" cy="92333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𝑀𝑖𝑛𝑖𝑚𝑖𝑧𝑒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|</m:t>
                          </m:r>
                          <m:d>
                            <m:dPr>
                              <m:begChr m:val="|"/>
                              <m:endChr m:val="|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|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𝑠𝑢𝑏𝑗𝑒𝑐𝑡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𝑡𝑜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: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≥1 </m:t>
                      </m:r>
                    </m:oMath>
                  </m:oMathPara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𝑓𝑜𝑟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𝑒𝑣𝑒𝑟𝑦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43652FFE-2D8C-9B43-86EF-9C28F56FBBC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340036" y="1685677"/>
                <a:ext cx="6514189" cy="923330"/>
              </a:xfrm>
              <a:prstGeom prst="rect">
                <a:avLst/>
              </a:prstGeom>
              <a:blipFill>
                <a:blip r:embed="rId2"/>
                <a:stretch>
                  <a:fillRect b="-67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6EC9FEDB-D219-344D-86AA-820612518502}"/>
              </a:ext>
            </a:extLst>
          </p:cNvPr>
          <p:cNvSpPr txBox="1">
            <a:spLocks/>
          </p:cNvSpPr>
          <p:nvPr/>
        </p:nvSpPr>
        <p:spPr bwMode="auto">
          <a:xfrm>
            <a:off x="457200" y="2745532"/>
            <a:ext cx="5507764" cy="23979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742950" indent="-28575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11430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6002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20574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800" dirty="0"/>
              <a:t>This is a convex constrained optimization problem, meaning there is a single global minimum that we can find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800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800" dirty="0"/>
              <a:t>When we solve for the optimal </a:t>
            </a:r>
            <a:r>
              <a:rPr lang="en-US" sz="1800" i="1" dirty="0"/>
              <a:t>w</a:t>
            </a:r>
            <a:r>
              <a:rPr lang="en-US" sz="1800" dirty="0"/>
              <a:t> that satisfies the constraint, we have the coefficients of our decision boundary and can use it for predictions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84D0816-1B8A-A64B-A036-A32C753AFD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4964" y="1200151"/>
            <a:ext cx="2755521" cy="2263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92605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744E83-2825-E447-9417-054FC479B8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Soft Margin SVC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C0A6AB-85F8-5C49-96D5-0492B9CDDC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00151"/>
            <a:ext cx="4089984" cy="2277987"/>
          </a:xfrm>
        </p:spPr>
        <p:txBody>
          <a:bodyPr/>
          <a:lstStyle/>
          <a:p>
            <a:pPr marL="0" indent="0">
              <a:spcAft>
                <a:spcPts val="400"/>
              </a:spcAft>
              <a:buNone/>
            </a:pPr>
            <a:r>
              <a:rPr lang="en-US" sz="1800" dirty="0"/>
              <a:t>What if the data is not perfectly separable by a line?</a:t>
            </a:r>
            <a:endParaRPr lang="en-US" sz="800" dirty="0"/>
          </a:p>
          <a:p>
            <a:pPr>
              <a:spcAft>
                <a:spcPts val="400"/>
              </a:spcAft>
            </a:pPr>
            <a:r>
              <a:rPr lang="en-US" sz="1600" dirty="0"/>
              <a:t>We allow some misclassification or points within the margins</a:t>
            </a:r>
          </a:p>
          <a:p>
            <a:pPr>
              <a:spcAft>
                <a:spcPts val="400"/>
              </a:spcAft>
            </a:pPr>
            <a:r>
              <a:rPr lang="en-US" sz="1600" dirty="0"/>
              <a:t>We seek the best balance between a wide separation margin and a low total misclassification error on the training set</a:t>
            </a:r>
          </a:p>
          <a:p>
            <a:pPr>
              <a:spcAft>
                <a:spcPts val="400"/>
              </a:spcAft>
            </a:pPr>
            <a:endParaRPr lang="en-US" sz="8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800" dirty="0"/>
              <a:t>Which decision boundary is more likely to generalize better – A or B?</a:t>
            </a:r>
            <a:endParaRPr lang="en-US" sz="1400" dirty="0"/>
          </a:p>
          <a:p>
            <a:pPr>
              <a:spcAft>
                <a:spcPts val="400"/>
              </a:spcAft>
            </a:pPr>
            <a:endParaRPr lang="en-US" sz="1400" dirty="0"/>
          </a:p>
          <a:p>
            <a:pPr>
              <a:spcAft>
                <a:spcPts val="400"/>
              </a:spcAft>
            </a:pPr>
            <a:endParaRPr lang="en-US" sz="500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C55D5F6-8724-6C4A-B0E9-C2C240EAE1A7}"/>
              </a:ext>
            </a:extLst>
          </p:cNvPr>
          <p:cNvCxnSpPr>
            <a:cxnSpLocks/>
          </p:cNvCxnSpPr>
          <p:nvPr/>
        </p:nvCxnSpPr>
        <p:spPr>
          <a:xfrm>
            <a:off x="5801375" y="1215878"/>
            <a:ext cx="1945191" cy="2973101"/>
          </a:xfrm>
          <a:prstGeom prst="line">
            <a:avLst/>
          </a:prstGeom>
          <a:ln w="38100">
            <a:solidFill>
              <a:schemeClr val="tx1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>
            <a:extLst>
              <a:ext uri="{FF2B5EF4-FFF2-40B4-BE49-F238E27FC236}">
                <a16:creationId xmlns:a16="http://schemas.microsoft.com/office/drawing/2014/main" id="{ED84104C-7D12-1C4C-8985-F04C08BE5F30}"/>
              </a:ext>
            </a:extLst>
          </p:cNvPr>
          <p:cNvSpPr>
            <a:spLocks noChangeAspect="1"/>
          </p:cNvSpPr>
          <p:nvPr/>
        </p:nvSpPr>
        <p:spPr>
          <a:xfrm>
            <a:off x="5444317" y="2877911"/>
            <a:ext cx="232643" cy="217771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D4A8D7F3-10FC-144F-BEFF-75B1BA9ACC15}"/>
              </a:ext>
            </a:extLst>
          </p:cNvPr>
          <p:cNvSpPr>
            <a:spLocks noChangeAspect="1"/>
          </p:cNvSpPr>
          <p:nvPr/>
        </p:nvSpPr>
        <p:spPr>
          <a:xfrm>
            <a:off x="5380035" y="3400337"/>
            <a:ext cx="232643" cy="217771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48CEB036-A845-C74E-A7FF-8B65AAC79987}"/>
              </a:ext>
            </a:extLst>
          </p:cNvPr>
          <p:cNvSpPr>
            <a:spLocks noChangeAspect="1"/>
          </p:cNvSpPr>
          <p:nvPr/>
        </p:nvSpPr>
        <p:spPr>
          <a:xfrm>
            <a:off x="5786047" y="2945000"/>
            <a:ext cx="232643" cy="217771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871EA681-F032-1A4C-9F8C-B555034BD51E}"/>
              </a:ext>
            </a:extLst>
          </p:cNvPr>
          <p:cNvSpPr>
            <a:spLocks noChangeAspect="1"/>
          </p:cNvSpPr>
          <p:nvPr/>
        </p:nvSpPr>
        <p:spPr>
          <a:xfrm>
            <a:off x="6540854" y="3542900"/>
            <a:ext cx="232643" cy="217771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4FDDCE30-F88E-6741-B267-DD0FAA3BD206}"/>
              </a:ext>
            </a:extLst>
          </p:cNvPr>
          <p:cNvSpPr>
            <a:spLocks noChangeAspect="1"/>
          </p:cNvSpPr>
          <p:nvPr/>
        </p:nvSpPr>
        <p:spPr>
          <a:xfrm>
            <a:off x="5962850" y="3431572"/>
            <a:ext cx="232643" cy="217771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827F7F51-8214-1649-BB5E-BE0AE858424C}"/>
              </a:ext>
            </a:extLst>
          </p:cNvPr>
          <p:cNvSpPr>
            <a:spLocks noChangeAspect="1"/>
          </p:cNvSpPr>
          <p:nvPr/>
        </p:nvSpPr>
        <p:spPr>
          <a:xfrm>
            <a:off x="5046631" y="2643735"/>
            <a:ext cx="232643" cy="217771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838DB576-087D-BE4A-9DDD-F6F611DE7139}"/>
              </a:ext>
            </a:extLst>
          </p:cNvPr>
          <p:cNvSpPr>
            <a:spLocks noChangeAspect="1"/>
          </p:cNvSpPr>
          <p:nvPr/>
        </p:nvSpPr>
        <p:spPr>
          <a:xfrm>
            <a:off x="6001879" y="3899950"/>
            <a:ext cx="232643" cy="217771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4642A427-811F-6D4B-9E9F-692D9AF07BB9}"/>
              </a:ext>
            </a:extLst>
          </p:cNvPr>
          <p:cNvSpPr>
            <a:spLocks noChangeAspect="1"/>
          </p:cNvSpPr>
          <p:nvPr/>
        </p:nvSpPr>
        <p:spPr>
          <a:xfrm>
            <a:off x="6508761" y="2013494"/>
            <a:ext cx="232643" cy="217771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4B1D369C-B600-FD45-83C5-BAA450167BE5}"/>
              </a:ext>
            </a:extLst>
          </p:cNvPr>
          <p:cNvSpPr>
            <a:spLocks noChangeAspect="1"/>
          </p:cNvSpPr>
          <p:nvPr/>
        </p:nvSpPr>
        <p:spPr>
          <a:xfrm>
            <a:off x="8152345" y="1592077"/>
            <a:ext cx="232643" cy="217771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2E4B3476-5A62-4040-BC13-A91587457A6D}"/>
              </a:ext>
            </a:extLst>
          </p:cNvPr>
          <p:cNvSpPr>
            <a:spLocks noChangeAspect="1"/>
          </p:cNvSpPr>
          <p:nvPr/>
        </p:nvSpPr>
        <p:spPr>
          <a:xfrm>
            <a:off x="6812476" y="2323402"/>
            <a:ext cx="232643" cy="217771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9A499210-8102-AE4E-A584-A445D936D16B}"/>
              </a:ext>
            </a:extLst>
          </p:cNvPr>
          <p:cNvSpPr>
            <a:spLocks noChangeAspect="1"/>
          </p:cNvSpPr>
          <p:nvPr/>
        </p:nvSpPr>
        <p:spPr>
          <a:xfrm>
            <a:off x="7250816" y="2189556"/>
            <a:ext cx="232643" cy="217771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6D72DE8F-D5D9-6B49-A137-004D1B71FB69}"/>
              </a:ext>
            </a:extLst>
          </p:cNvPr>
          <p:cNvSpPr>
            <a:spLocks noChangeAspect="1"/>
          </p:cNvSpPr>
          <p:nvPr/>
        </p:nvSpPr>
        <p:spPr>
          <a:xfrm>
            <a:off x="7875284" y="2522123"/>
            <a:ext cx="232643" cy="217771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08E73B43-1459-DC42-BBFF-F27FA26AD693}"/>
              </a:ext>
            </a:extLst>
          </p:cNvPr>
          <p:cNvSpPr>
            <a:spLocks noChangeAspect="1"/>
          </p:cNvSpPr>
          <p:nvPr/>
        </p:nvSpPr>
        <p:spPr>
          <a:xfrm>
            <a:off x="7340655" y="1628571"/>
            <a:ext cx="232643" cy="217771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0625F24F-2418-9648-820E-65A263FBFB1F}"/>
              </a:ext>
            </a:extLst>
          </p:cNvPr>
          <p:cNvSpPr>
            <a:spLocks noChangeAspect="1"/>
          </p:cNvSpPr>
          <p:nvPr/>
        </p:nvSpPr>
        <p:spPr>
          <a:xfrm>
            <a:off x="6701408" y="1497042"/>
            <a:ext cx="232643" cy="217771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0D5684B-F156-D246-9017-E7965890B0C7}"/>
              </a:ext>
            </a:extLst>
          </p:cNvPr>
          <p:cNvSpPr txBox="1"/>
          <p:nvPr/>
        </p:nvSpPr>
        <p:spPr>
          <a:xfrm>
            <a:off x="7592749" y="1880204"/>
            <a:ext cx="70344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Class 1:</a:t>
            </a:r>
          </a:p>
          <a:p>
            <a:r>
              <a:rPr lang="en-US" sz="1100" dirty="0"/>
              <a:t>y = +1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736D4AA-EA83-DF4E-B719-B45914CF1634}"/>
              </a:ext>
            </a:extLst>
          </p:cNvPr>
          <p:cNvSpPr txBox="1"/>
          <p:nvPr/>
        </p:nvSpPr>
        <p:spPr>
          <a:xfrm>
            <a:off x="5277879" y="3729745"/>
            <a:ext cx="70344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Class 2:</a:t>
            </a:r>
          </a:p>
          <a:p>
            <a:r>
              <a:rPr lang="en-US" sz="1100" dirty="0"/>
              <a:t>y = -1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AEB0EA48-67F5-E34F-B443-195C82C4080A}"/>
              </a:ext>
            </a:extLst>
          </p:cNvPr>
          <p:cNvCxnSpPr>
            <a:cxnSpLocks/>
          </p:cNvCxnSpPr>
          <p:nvPr/>
        </p:nvCxnSpPr>
        <p:spPr>
          <a:xfrm flipV="1">
            <a:off x="4755777" y="1433572"/>
            <a:ext cx="0" cy="303501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ED276DB6-B977-9940-B37B-2FC5AEBBBA26}"/>
              </a:ext>
            </a:extLst>
          </p:cNvPr>
          <p:cNvCxnSpPr>
            <a:cxnSpLocks/>
          </p:cNvCxnSpPr>
          <p:nvPr/>
        </p:nvCxnSpPr>
        <p:spPr>
          <a:xfrm>
            <a:off x="4755777" y="4468587"/>
            <a:ext cx="378486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4760BD85-2684-2E4B-AC0F-8AE61D3786DC}"/>
              </a:ext>
            </a:extLst>
          </p:cNvPr>
          <p:cNvSpPr txBox="1"/>
          <p:nvPr/>
        </p:nvSpPr>
        <p:spPr>
          <a:xfrm>
            <a:off x="8518975" y="4223773"/>
            <a:ext cx="4780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x</a:t>
            </a:r>
            <a:r>
              <a:rPr lang="en-US" baseline="-25000" dirty="0"/>
              <a:t>1</a:t>
            </a:r>
            <a:endParaRPr lang="en-US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25ED419-A266-DF46-83A3-2CF99C93F3F8}"/>
              </a:ext>
            </a:extLst>
          </p:cNvPr>
          <p:cNvSpPr txBox="1"/>
          <p:nvPr/>
        </p:nvSpPr>
        <p:spPr>
          <a:xfrm>
            <a:off x="4572000" y="1048927"/>
            <a:ext cx="4780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x</a:t>
            </a:r>
            <a:r>
              <a:rPr lang="en-US" baseline="-25000" dirty="0"/>
              <a:t>2</a:t>
            </a:r>
            <a:endParaRPr lang="en-US" dirty="0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FD63D28B-F80A-6143-B4AC-8A379094408B}"/>
              </a:ext>
            </a:extLst>
          </p:cNvPr>
          <p:cNvSpPr>
            <a:spLocks noChangeAspect="1"/>
          </p:cNvSpPr>
          <p:nvPr/>
        </p:nvSpPr>
        <p:spPr>
          <a:xfrm>
            <a:off x="5815620" y="1592077"/>
            <a:ext cx="232643" cy="217771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FB1E40DD-67E9-2441-8E50-C4F7C4A88220}"/>
              </a:ext>
            </a:extLst>
          </p:cNvPr>
          <p:cNvSpPr>
            <a:spLocks noChangeAspect="1"/>
          </p:cNvSpPr>
          <p:nvPr/>
        </p:nvSpPr>
        <p:spPr>
          <a:xfrm>
            <a:off x="7434096" y="2615110"/>
            <a:ext cx="232643" cy="217771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E63EF0EC-746A-B749-9588-AEA2FDFD6A6A}"/>
              </a:ext>
            </a:extLst>
          </p:cNvPr>
          <p:cNvCxnSpPr>
            <a:cxnSpLocks/>
          </p:cNvCxnSpPr>
          <p:nvPr/>
        </p:nvCxnSpPr>
        <p:spPr>
          <a:xfrm>
            <a:off x="5282976" y="1835975"/>
            <a:ext cx="2901415" cy="2193990"/>
          </a:xfrm>
          <a:prstGeom prst="line">
            <a:avLst/>
          </a:prstGeom>
          <a:ln w="38100">
            <a:solidFill>
              <a:schemeClr val="tx1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Oval 41">
            <a:extLst>
              <a:ext uri="{FF2B5EF4-FFF2-40B4-BE49-F238E27FC236}">
                <a16:creationId xmlns:a16="http://schemas.microsoft.com/office/drawing/2014/main" id="{CC647035-3879-1748-A532-2C281EB1553D}"/>
              </a:ext>
            </a:extLst>
          </p:cNvPr>
          <p:cNvSpPr>
            <a:spLocks noChangeAspect="1"/>
          </p:cNvSpPr>
          <p:nvPr/>
        </p:nvSpPr>
        <p:spPr>
          <a:xfrm>
            <a:off x="6001879" y="1250817"/>
            <a:ext cx="232643" cy="217771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FCA399F-40A0-CB4F-B2F1-BC9514B56E9E}"/>
              </a:ext>
            </a:extLst>
          </p:cNvPr>
          <p:cNvSpPr txBox="1"/>
          <p:nvPr/>
        </p:nvSpPr>
        <p:spPr>
          <a:xfrm>
            <a:off x="4752882" y="1444286"/>
            <a:ext cx="91268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Decision boundary B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6290256-B900-EB4C-B1F8-187762422141}"/>
              </a:ext>
            </a:extLst>
          </p:cNvPr>
          <p:cNvSpPr txBox="1"/>
          <p:nvPr/>
        </p:nvSpPr>
        <p:spPr>
          <a:xfrm>
            <a:off x="5216317" y="794723"/>
            <a:ext cx="91268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Decision boundary A</a:t>
            </a: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9B3D41E7-DB7B-7749-B88F-F1E964A2FC3F}"/>
              </a:ext>
            </a:extLst>
          </p:cNvPr>
          <p:cNvSpPr>
            <a:spLocks noChangeAspect="1"/>
          </p:cNvSpPr>
          <p:nvPr/>
        </p:nvSpPr>
        <p:spPr>
          <a:xfrm>
            <a:off x="7335757" y="3862313"/>
            <a:ext cx="232643" cy="217771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857042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ACC937-9755-44E7-A0F7-376621DF9F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Soft margin SVC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BF0E220-7113-D2C4-D1C1-71F0675AFD4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200" y="1100505"/>
                <a:ext cx="8229600" cy="3181350"/>
              </a:xfrm>
            </p:spPr>
            <p:txBody>
              <a:bodyPr/>
              <a:lstStyle/>
              <a:p>
                <a:r>
                  <a:rPr lang="en-US" sz="1800" dirty="0"/>
                  <a:t>We allow some “slack”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𝜉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800" dirty="0"/>
                  <a:t> into the model</a:t>
                </a:r>
              </a:p>
              <a:p>
                <a:r>
                  <a:rPr lang="en-US" sz="1800" dirty="0"/>
                  <a:t>So now we have:</a:t>
                </a:r>
              </a:p>
              <a:p>
                <a:endParaRPr lang="en-US" sz="1800" dirty="0"/>
              </a:p>
              <a:p>
                <a:endParaRPr lang="en-US" sz="900" dirty="0"/>
              </a:p>
              <a:p>
                <a:r>
                  <a:rPr lang="en-US" sz="1800" dirty="0"/>
                  <a:t>Slack is 0 for all points that don’t violate the margin</a:t>
                </a:r>
              </a:p>
              <a:p>
                <a:r>
                  <a:rPr lang="en-US" sz="1800" dirty="0"/>
                  <a:t>The further a point is within the margin, the higher the slack value</a:t>
                </a:r>
              </a:p>
              <a:p>
                <a:r>
                  <a:rPr lang="en-US" sz="1800" dirty="0"/>
                  <a:t>To balance out adding to much slack, we add slack to our loss function:</a:t>
                </a:r>
              </a:p>
              <a:p>
                <a:endParaRPr lang="en-US" sz="1800" dirty="0"/>
              </a:p>
              <a:p>
                <a:endParaRPr lang="en-US" sz="1800" dirty="0"/>
              </a:p>
              <a:p>
                <a:endParaRPr lang="en-US" sz="1400" dirty="0"/>
              </a:p>
              <a:p>
                <a:r>
                  <a:rPr lang="en-US" sz="1800" i="1" dirty="0"/>
                  <a:t>C</a:t>
                </a:r>
                <a:r>
                  <a:rPr lang="en-US" sz="1800" dirty="0"/>
                  <a:t> is a regularization hyperparameter that trades off maximizing margin with correctly classifying the most training data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BF0E220-7113-D2C4-D1C1-71F0675AFD4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100505"/>
                <a:ext cx="8229600" cy="3181350"/>
              </a:xfrm>
              <a:blipFill>
                <a:blip r:embed="rId2"/>
                <a:stretch>
                  <a:fillRect l="-463" t="-797" b="-195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CC3B893-A0A7-9A6A-F2B5-E92B78A1A56D}"/>
                  </a:ext>
                </a:extLst>
              </p:cNvPr>
              <p:cNvSpPr txBox="1"/>
              <p:nvPr/>
            </p:nvSpPr>
            <p:spPr>
              <a:xfrm>
                <a:off x="1794680" y="1801084"/>
                <a:ext cx="457200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d>
                      <m:d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≥1−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𝜉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for all </a:t>
                </a:r>
                <a:r>
                  <a:rPr lang="en-US" i="1" dirty="0" err="1"/>
                  <a:t>i</a:t>
                </a:r>
                <a:endParaRPr lang="en-US" i="1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CC3B893-A0A7-9A6A-F2B5-E92B78A1A5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4680" y="1801084"/>
                <a:ext cx="4572000" cy="369332"/>
              </a:xfrm>
              <a:prstGeom prst="rect">
                <a:avLst/>
              </a:prstGeom>
              <a:blipFill>
                <a:blip r:embed="rId3"/>
                <a:stretch>
                  <a:fillRect t="-6667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B2E64AF-B7EC-3BEF-6DA3-88B89984E88E}"/>
                  </a:ext>
                </a:extLst>
              </p:cNvPr>
              <p:cNvSpPr txBox="1"/>
              <p:nvPr/>
            </p:nvSpPr>
            <p:spPr>
              <a:xfrm>
                <a:off x="1712793" y="3279101"/>
                <a:ext cx="4572000" cy="84856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𝑀𝑖𝑛𝑖𝑚𝑖𝑧𝑒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|</m:t>
                          </m:r>
                          <m:d>
                            <m:dPr>
                              <m:begChr m:val="|"/>
                              <m:endChr m:val="|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|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𝐶</m:t>
                      </m:r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𝜉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B2E64AF-B7EC-3BEF-6DA3-88B89984E8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12793" y="3279101"/>
                <a:ext cx="4572000" cy="848566"/>
              </a:xfrm>
              <a:prstGeom prst="rect">
                <a:avLst/>
              </a:prstGeom>
              <a:blipFill>
                <a:blip r:embed="rId4"/>
                <a:stretch>
                  <a:fillRect t="-101493" b="-1567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5408737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63D22C-4B20-B2B6-5110-B8F4756799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Soft margin SVC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960BCEE-BA3E-BC1E-2CE4-6A6A4E7890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6931707"/>
              </p:ext>
            </p:extLst>
          </p:nvPr>
        </p:nvGraphicFramePr>
        <p:xfrm>
          <a:off x="1439839" y="1343499"/>
          <a:ext cx="6562300" cy="30043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9846">
                  <a:extLst>
                    <a:ext uri="{9D8B030D-6E8A-4147-A177-3AD203B41FA5}">
                      <a16:colId xmlns:a16="http://schemas.microsoft.com/office/drawing/2014/main" val="668354222"/>
                    </a:ext>
                  </a:extLst>
                </a:gridCol>
                <a:gridCol w="2376227">
                  <a:extLst>
                    <a:ext uri="{9D8B030D-6E8A-4147-A177-3AD203B41FA5}">
                      <a16:colId xmlns:a16="http://schemas.microsoft.com/office/drawing/2014/main" val="1227463618"/>
                    </a:ext>
                  </a:extLst>
                </a:gridCol>
                <a:gridCol w="2376227">
                  <a:extLst>
                    <a:ext uri="{9D8B030D-6E8A-4147-A177-3AD203B41FA5}">
                      <a16:colId xmlns:a16="http://schemas.microsoft.com/office/drawing/2014/main" val="2192584505"/>
                    </a:ext>
                  </a:extLst>
                </a:gridCol>
              </a:tblGrid>
              <a:tr h="471907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Small 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Large 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8438509"/>
                  </a:ext>
                </a:extLst>
              </a:tr>
              <a:tr h="1146158">
                <a:tc>
                  <a:txBody>
                    <a:bodyPr/>
                    <a:lstStyle/>
                    <a:p>
                      <a:r>
                        <a:rPr lang="en-US" dirty="0"/>
                        <a:t>Objective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Maximize margin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Minimize misclassification of training datapoints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6495209"/>
                  </a:ext>
                </a:extLst>
              </a:tr>
              <a:tr h="471907">
                <a:tc>
                  <a:txBody>
                    <a:bodyPr/>
                    <a:lstStyle/>
                    <a:p>
                      <a:r>
                        <a:rPr lang="en-US" dirty="0"/>
                        <a:t>Risk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Underfitting (misclassifies much of the training data)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Overfitting (fits well on training data but does not generalize)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897249"/>
                  </a:ext>
                </a:extLst>
              </a:tr>
              <a:tr h="471907">
                <a:tc>
                  <a:txBody>
                    <a:bodyPr/>
                    <a:lstStyle/>
                    <a:p>
                      <a:r>
                        <a:rPr lang="en-US" dirty="0"/>
                        <a:t>Outliers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Less sensitive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Very sensitive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114422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2600730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744E83-2825-E447-9417-054FC479B8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Soft Margin SVC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C0A6AB-85F8-5C49-96D5-0492B9CDDC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8" y="1200151"/>
            <a:ext cx="8229599" cy="2277987"/>
          </a:xfrm>
        </p:spPr>
        <p:txBody>
          <a:bodyPr/>
          <a:lstStyle/>
          <a:p>
            <a:pPr marL="0" indent="0">
              <a:spcAft>
                <a:spcPts val="400"/>
              </a:spcAft>
              <a:buNone/>
            </a:pPr>
            <a:r>
              <a:rPr lang="en-US" sz="1800" dirty="0"/>
              <a:t>This balance in </a:t>
            </a:r>
            <a:r>
              <a:rPr lang="en-US" sz="1800" dirty="0" err="1"/>
              <a:t>SKLearn</a:t>
            </a:r>
            <a:r>
              <a:rPr lang="en-US" sz="1800" dirty="0"/>
              <a:t> is controlled by a </a:t>
            </a:r>
            <a:r>
              <a:rPr lang="en-US" sz="1800" b="1" dirty="0"/>
              <a:t>hyperparameter </a:t>
            </a:r>
            <a:r>
              <a:rPr lang="en-US" sz="1800" b="1" i="1" dirty="0"/>
              <a:t>C</a:t>
            </a:r>
            <a:r>
              <a:rPr lang="en-US" sz="1800" dirty="0"/>
              <a:t>:</a:t>
            </a:r>
          </a:p>
          <a:p>
            <a:pPr>
              <a:spcAft>
                <a:spcPts val="400"/>
              </a:spcAft>
            </a:pPr>
            <a:r>
              <a:rPr lang="en-US" sz="1600" dirty="0"/>
              <a:t>Think of 1/C as a “budget” for # of training points we are willing to misclassify</a:t>
            </a:r>
          </a:p>
          <a:p>
            <a:pPr marL="285750" indent="-285750">
              <a:spcAft>
                <a:spcPts val="600"/>
              </a:spcAft>
            </a:pPr>
            <a:r>
              <a:rPr lang="en-US" sz="1600" dirty="0"/>
              <a:t>Large C: smaller margin but less misclassification in training set (more complex)</a:t>
            </a:r>
          </a:p>
          <a:p>
            <a:pPr marL="285750" indent="-285750">
              <a:spcAft>
                <a:spcPts val="600"/>
              </a:spcAft>
            </a:pPr>
            <a:r>
              <a:rPr lang="en-US" sz="1600" dirty="0"/>
              <a:t>Small C: wider margin but higher misclassification error in training (less complex)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5BDD490-80CB-1541-8F97-F4110E228CB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9335"/>
          <a:stretch/>
        </p:blipFill>
        <p:spPr>
          <a:xfrm>
            <a:off x="4489719" y="2883319"/>
            <a:ext cx="2823040" cy="200006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60351BD-3147-2B47-8DC1-2B3DF441F82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49335"/>
          <a:stretch/>
        </p:blipFill>
        <p:spPr>
          <a:xfrm>
            <a:off x="1306287" y="2883319"/>
            <a:ext cx="2823040" cy="2000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19057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76A550-D336-1A48-B39D-F7BE881F76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Nonlinear SVC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6CFEB6-16BF-2346-B422-B9CEAB41FF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112690"/>
            <a:ext cx="8011683" cy="1590757"/>
          </a:xfrm>
        </p:spPr>
        <p:txBody>
          <a:bodyPr/>
          <a:lstStyle/>
          <a:p>
            <a:pPr>
              <a:spcAft>
                <a:spcPts val="300"/>
              </a:spcAft>
            </a:pPr>
            <a:r>
              <a:rPr lang="en-US" sz="1800" dirty="0"/>
              <a:t>Similar to what we did in Polynomial Regression, we can use the “kernel trick” to map data into a higher-dimensional space where they are linearly separable</a:t>
            </a:r>
          </a:p>
          <a:p>
            <a:pPr>
              <a:spcAft>
                <a:spcPts val="300"/>
              </a:spcAft>
            </a:pPr>
            <a:r>
              <a:rPr lang="en-US" sz="1800" dirty="0"/>
              <a:t>Polynomial kernel applies a polynomial transformation of degree 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093455D-9C07-D146-AEC0-CBA053CD4E4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9632"/>
          <a:stretch/>
        </p:blipFill>
        <p:spPr>
          <a:xfrm>
            <a:off x="4903773" y="2732907"/>
            <a:ext cx="2304905" cy="1973792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16D55678-7DC9-0D43-91E9-90A283790059}"/>
              </a:ext>
            </a:extLst>
          </p:cNvPr>
          <p:cNvSpPr txBox="1"/>
          <p:nvPr/>
        </p:nvSpPr>
        <p:spPr>
          <a:xfrm>
            <a:off x="178159" y="4845162"/>
            <a:ext cx="457200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700" i="1" dirty="0"/>
              <a:t>Image source: https://</a:t>
            </a:r>
            <a:r>
              <a:rPr lang="en-US" sz="700" i="1" dirty="0" err="1"/>
              <a:t>towardsdatascience.com</a:t>
            </a:r>
            <a:r>
              <a:rPr lang="en-US" sz="700" i="1" dirty="0"/>
              <a:t>/svm-kernels-what-do-they-actually-do-56ce36f4f7b8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D261694-1397-FD41-91A2-CE1EB2E29A31}"/>
              </a:ext>
            </a:extLst>
          </p:cNvPr>
          <p:cNvSpPr txBox="1"/>
          <p:nvPr/>
        </p:nvSpPr>
        <p:spPr>
          <a:xfrm>
            <a:off x="5231277" y="2474581"/>
            <a:ext cx="16498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u="sng" dirty="0"/>
              <a:t>Polynomial kernel</a:t>
            </a:r>
          </a:p>
        </p:txBody>
      </p:sp>
      <p:sp>
        <p:nvSpPr>
          <p:cNvPr id="8" name="Right Arrow 7">
            <a:extLst>
              <a:ext uri="{FF2B5EF4-FFF2-40B4-BE49-F238E27FC236}">
                <a16:creationId xmlns:a16="http://schemas.microsoft.com/office/drawing/2014/main" id="{754037AE-9155-0E4C-968D-A52192646F18}"/>
              </a:ext>
            </a:extLst>
          </p:cNvPr>
          <p:cNvSpPr/>
          <p:nvPr/>
        </p:nvSpPr>
        <p:spPr>
          <a:xfrm>
            <a:off x="4118845" y="3437924"/>
            <a:ext cx="598811" cy="355163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8D78AF77-1D21-8542-9400-EF863BD35A9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4995"/>
          <a:stretch/>
        </p:blipFill>
        <p:spPr>
          <a:xfrm>
            <a:off x="1873239" y="2782358"/>
            <a:ext cx="2059490" cy="1973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346920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AA2F07-D702-5E1E-C6CB-AF4A2C0FA5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Polynomial kernels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94221E2-BD95-5562-67FD-F7C89A2C94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59697"/>
            <a:ext cx="7879867" cy="237572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404D27E-AAF6-DA42-03FE-4B9DD617CEF0}"/>
              </a:ext>
            </a:extLst>
          </p:cNvPr>
          <p:cNvSpPr txBox="1"/>
          <p:nvPr/>
        </p:nvSpPr>
        <p:spPr>
          <a:xfrm>
            <a:off x="302875" y="4814641"/>
            <a:ext cx="3138854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i="1" dirty="0"/>
              <a:t>Image source: https://</a:t>
            </a:r>
            <a:r>
              <a:rPr lang="en-US" sz="700" i="1" dirty="0" err="1"/>
              <a:t>people.eecs.berkeley.edu</a:t>
            </a:r>
            <a:r>
              <a:rPr lang="en-US" sz="700" i="1" dirty="0"/>
              <a:t>/~</a:t>
            </a:r>
            <a:r>
              <a:rPr lang="en-US" sz="700" i="1" dirty="0" err="1"/>
              <a:t>jrs</a:t>
            </a:r>
            <a:r>
              <a:rPr lang="en-US" sz="700" i="1" dirty="0"/>
              <a:t>/189/</a:t>
            </a:r>
            <a:r>
              <a:rPr lang="en-US" sz="700" i="1" dirty="0" err="1"/>
              <a:t>lec</a:t>
            </a:r>
            <a:r>
              <a:rPr lang="en-US" sz="700" i="1" dirty="0"/>
              <a:t>/04.pdf</a:t>
            </a:r>
          </a:p>
        </p:txBody>
      </p:sp>
    </p:spTree>
    <p:extLst>
      <p:ext uri="{BB962C8B-B14F-4D97-AF65-F5344CB8AC3E}">
        <p14:creationId xmlns:p14="http://schemas.microsoft.com/office/powerpoint/2010/main" val="57251615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C6B191-C551-7541-0AE9-B220017CDB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Polynomial kernels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9E7AE8C-4E94-7F71-A25C-F8A5901CC78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274" b="596"/>
          <a:stretch/>
        </p:blipFill>
        <p:spPr>
          <a:xfrm>
            <a:off x="2291722" y="1031932"/>
            <a:ext cx="4074960" cy="372421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6867B59-95AD-072A-D478-FB2A74A788F8}"/>
              </a:ext>
            </a:extLst>
          </p:cNvPr>
          <p:cNvSpPr txBox="1"/>
          <p:nvPr/>
        </p:nvSpPr>
        <p:spPr>
          <a:xfrm>
            <a:off x="302875" y="4814641"/>
            <a:ext cx="3138854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i="1" dirty="0"/>
              <a:t>Image source: https://</a:t>
            </a:r>
            <a:r>
              <a:rPr lang="en-US" sz="700" i="1" dirty="0" err="1"/>
              <a:t>people.eecs.berkeley.edu</a:t>
            </a:r>
            <a:r>
              <a:rPr lang="en-US" sz="700" i="1" dirty="0"/>
              <a:t>/~</a:t>
            </a:r>
            <a:r>
              <a:rPr lang="en-US" sz="700" i="1" dirty="0" err="1"/>
              <a:t>jrs</a:t>
            </a:r>
            <a:r>
              <a:rPr lang="en-US" sz="700" i="1" dirty="0"/>
              <a:t>/189/</a:t>
            </a:r>
            <a:r>
              <a:rPr lang="en-US" sz="700" i="1" dirty="0" err="1"/>
              <a:t>lec</a:t>
            </a:r>
            <a:r>
              <a:rPr lang="en-US" sz="700" i="1" dirty="0"/>
              <a:t>/04.pdf</a:t>
            </a:r>
          </a:p>
        </p:txBody>
      </p:sp>
    </p:spTree>
    <p:extLst>
      <p:ext uri="{BB962C8B-B14F-4D97-AF65-F5344CB8AC3E}">
        <p14:creationId xmlns:p14="http://schemas.microsoft.com/office/powerpoint/2010/main" val="93067767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06E09A-A585-B74F-902E-AB13BFB03D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Radial basis function kernel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B376065D-C22D-4840-8CF9-3BE389CFBC1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t="1" b="2521"/>
          <a:stretch/>
        </p:blipFill>
        <p:spPr>
          <a:xfrm>
            <a:off x="1681860" y="2310288"/>
            <a:ext cx="5921298" cy="181427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A1312C7-0354-8646-85BA-DFCCF2B9CB59}"/>
              </a:ext>
            </a:extLst>
          </p:cNvPr>
          <p:cNvSpPr txBox="1"/>
          <p:nvPr/>
        </p:nvSpPr>
        <p:spPr>
          <a:xfrm>
            <a:off x="457200" y="4756150"/>
            <a:ext cx="457200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700" i="1" dirty="0"/>
              <a:t>Image source: https://</a:t>
            </a:r>
            <a:r>
              <a:rPr lang="en-US" sz="700" i="1" dirty="0" err="1"/>
              <a:t>web.mit.edu</a:t>
            </a:r>
            <a:r>
              <a:rPr lang="en-US" sz="700" i="1" dirty="0"/>
              <a:t>/6.034/</a:t>
            </a:r>
            <a:r>
              <a:rPr lang="en-US" sz="700" i="1" dirty="0" err="1"/>
              <a:t>wwwbob</a:t>
            </a:r>
            <a:r>
              <a:rPr lang="en-US" sz="700" i="1" dirty="0"/>
              <a:t>/</a:t>
            </a:r>
            <a:r>
              <a:rPr lang="en-US" sz="700" i="1" dirty="0" err="1"/>
              <a:t>svm.pdf</a:t>
            </a:r>
            <a:endParaRPr lang="en-US" sz="700" i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65D6CCD-9E38-4D4F-A9FD-472EB76A0E65}"/>
              </a:ext>
            </a:extLst>
          </p:cNvPr>
          <p:cNvSpPr txBox="1"/>
          <p:nvPr/>
        </p:nvSpPr>
        <p:spPr>
          <a:xfrm>
            <a:off x="5483076" y="1950873"/>
            <a:ext cx="16498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u="sng" dirty="0"/>
              <a:t>RBF kernel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9DBBCC16-E320-6E45-B2D5-B44D3A812E9D}"/>
              </a:ext>
            </a:extLst>
          </p:cNvPr>
          <p:cNvSpPr txBox="1">
            <a:spLocks/>
          </p:cNvSpPr>
          <p:nvPr/>
        </p:nvSpPr>
        <p:spPr bwMode="auto">
          <a:xfrm>
            <a:off x="457199" y="1112691"/>
            <a:ext cx="8011683" cy="6762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742950" indent="-28575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11430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6002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20574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300"/>
              </a:spcAft>
            </a:pPr>
            <a:r>
              <a:rPr lang="en-US" sz="1800" dirty="0"/>
              <a:t>We can choose a “landmark” and create a feature representing each point’s distance from the landmark</a:t>
            </a:r>
          </a:p>
        </p:txBody>
      </p:sp>
    </p:spTree>
    <p:extLst>
      <p:ext uri="{BB962C8B-B14F-4D97-AF65-F5344CB8AC3E}">
        <p14:creationId xmlns:p14="http://schemas.microsoft.com/office/powerpoint/2010/main" val="363596820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859D35-F60F-4540-9C83-436174C6C2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SVC in Scikit Learn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8F081B-3A76-784F-8BC6-9803ACA39C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00151"/>
            <a:ext cx="3916017" cy="3451362"/>
          </a:xfrm>
        </p:spPr>
        <p:txBody>
          <a:bodyPr/>
          <a:lstStyle/>
          <a:p>
            <a:pPr>
              <a:spcAft>
                <a:spcPts val="400"/>
              </a:spcAft>
            </a:pPr>
            <a:r>
              <a:rPr lang="en-US" sz="1800" dirty="0"/>
              <a:t>Standardize/scale data first!</a:t>
            </a:r>
          </a:p>
          <a:p>
            <a:pPr>
              <a:spcAft>
                <a:spcPts val="400"/>
              </a:spcAft>
            </a:pPr>
            <a:r>
              <a:rPr lang="en-US" sz="1800" dirty="0"/>
              <a:t>Instantiate a SVC instance</a:t>
            </a:r>
          </a:p>
          <a:p>
            <a:pPr lvl="1">
              <a:spcAft>
                <a:spcPts val="400"/>
              </a:spcAft>
            </a:pPr>
            <a:r>
              <a:rPr lang="en-US" sz="1400" dirty="0"/>
              <a:t>Select kernel</a:t>
            </a:r>
          </a:p>
          <a:p>
            <a:pPr lvl="1">
              <a:spcAft>
                <a:spcPts val="400"/>
              </a:spcAft>
            </a:pPr>
            <a:r>
              <a:rPr lang="en-US" sz="1400" dirty="0"/>
              <a:t>Select degree (if polynomial kernel)</a:t>
            </a:r>
          </a:p>
          <a:p>
            <a:pPr lvl="1">
              <a:spcAft>
                <a:spcPts val="400"/>
              </a:spcAft>
            </a:pPr>
            <a:r>
              <a:rPr lang="en-US" sz="1400" dirty="0"/>
              <a:t>Set value for </a:t>
            </a:r>
            <a:r>
              <a:rPr lang="en-US" sz="1400" i="1" dirty="0"/>
              <a:t>C</a:t>
            </a:r>
            <a:r>
              <a:rPr lang="en-US" sz="1400" dirty="0"/>
              <a:t> (balance between wide margin and misclassification for training data)</a:t>
            </a:r>
          </a:p>
          <a:p>
            <a:pPr>
              <a:spcAft>
                <a:spcPts val="400"/>
              </a:spcAft>
            </a:pPr>
            <a:r>
              <a:rPr lang="en-US" sz="1800" dirty="0"/>
              <a:t>Can select kernel and </a:t>
            </a:r>
            <a:r>
              <a:rPr lang="en-US" sz="1800" i="1" dirty="0"/>
              <a:t>C </a:t>
            </a:r>
            <a:r>
              <a:rPr lang="en-US" sz="1800" dirty="0"/>
              <a:t>value through cross-validation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A479717-F362-A144-90CC-5A840322A5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7852" y="1492608"/>
            <a:ext cx="4020288" cy="43384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F72592E-ECBB-5E4C-832E-4C7E42689E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7852" y="2497679"/>
            <a:ext cx="4020288" cy="42815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8938C32-8E1D-824A-ACF4-2E8B9ECA19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7852" y="3616183"/>
            <a:ext cx="4027519" cy="43384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756E3CB-E661-1E4F-930E-153E3020F659}"/>
              </a:ext>
            </a:extLst>
          </p:cNvPr>
          <p:cNvSpPr txBox="1"/>
          <p:nvPr/>
        </p:nvSpPr>
        <p:spPr>
          <a:xfrm>
            <a:off x="4373217" y="1131683"/>
            <a:ext cx="241719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u="sng" dirty="0"/>
              <a:t>Linear kernel: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7A00DB6-DA7F-3A4F-B3AB-7256AA6B516D}"/>
              </a:ext>
            </a:extLst>
          </p:cNvPr>
          <p:cNvSpPr txBox="1"/>
          <p:nvPr/>
        </p:nvSpPr>
        <p:spPr>
          <a:xfrm>
            <a:off x="4373217" y="2155668"/>
            <a:ext cx="241719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u="sng" dirty="0"/>
              <a:t>Polynomial kernel: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4ED3A6B-3CC4-5C4C-924F-1C62F038150D}"/>
              </a:ext>
            </a:extLst>
          </p:cNvPr>
          <p:cNvSpPr txBox="1"/>
          <p:nvPr/>
        </p:nvSpPr>
        <p:spPr>
          <a:xfrm>
            <a:off x="4373216" y="3261139"/>
            <a:ext cx="241719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u="sng" dirty="0"/>
              <a:t>Radial basis function kernel:</a:t>
            </a:r>
          </a:p>
        </p:txBody>
      </p:sp>
    </p:spTree>
    <p:extLst>
      <p:ext uri="{BB962C8B-B14F-4D97-AF65-F5344CB8AC3E}">
        <p14:creationId xmlns:p14="http://schemas.microsoft.com/office/powerpoint/2010/main" val="3585800321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29E0F1-26AB-CDBE-05BD-DEF684FB56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Platt Scaling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06670E-D6E9-6C61-B8BE-7A89C8A428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 sz="1800" dirty="0"/>
              <a:t>One significant disadvantage of SVCs is that they only produce discrete class predictions</a:t>
            </a:r>
          </a:p>
          <a:p>
            <a:pPr>
              <a:spcAft>
                <a:spcPts val="600"/>
              </a:spcAft>
            </a:pPr>
            <a:r>
              <a:rPr lang="en-US" sz="1800" dirty="0"/>
              <a:t>We can get probabilistic predictions using Platt Scaling</a:t>
            </a:r>
          </a:p>
          <a:p>
            <a:pPr lvl="1">
              <a:spcAft>
                <a:spcPts val="600"/>
              </a:spcAft>
            </a:pPr>
            <a:r>
              <a:rPr lang="en-US" sz="1400" dirty="0"/>
              <a:t>Fit a logistic regression model using the SVC function predictions as input</a:t>
            </a:r>
          </a:p>
          <a:p>
            <a:pPr lvl="1">
              <a:spcAft>
                <a:spcPts val="600"/>
              </a:spcAft>
            </a:pPr>
            <a:r>
              <a:rPr lang="en-US" sz="1400" dirty="0"/>
              <a:t>We add coefficients A and B which are learned</a:t>
            </a:r>
          </a:p>
          <a:p>
            <a:pPr lvl="1">
              <a:spcAft>
                <a:spcPts val="600"/>
              </a:spcAft>
            </a:pPr>
            <a:endParaRPr lang="en-US" sz="1400" dirty="0"/>
          </a:p>
          <a:p>
            <a:pPr>
              <a:spcAft>
                <a:spcPts val="600"/>
              </a:spcAft>
            </a:pPr>
            <a:endParaRPr lang="en-US" sz="1800" dirty="0"/>
          </a:p>
          <a:p>
            <a:pPr>
              <a:spcAft>
                <a:spcPts val="600"/>
              </a:spcAft>
            </a:pPr>
            <a:endParaRPr lang="en-US" sz="1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2F63EA2-DF5F-7366-F802-44AB734620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9647" y="3178506"/>
            <a:ext cx="3381202" cy="696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9940171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B8DF4D-A452-F049-8421-A04BD4B9D3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SVC pros and cons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72709D-1A33-634E-9743-23BCDFD27C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294142"/>
            <a:ext cx="4040188" cy="479822"/>
          </a:xfr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pPr algn="ctr"/>
            <a:r>
              <a:rPr lang="en-US" dirty="0">
                <a:solidFill>
                  <a:schemeClr val="tx2"/>
                </a:solidFill>
              </a:rPr>
              <a:t>Advantages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A57D7F7-84FF-9944-BE60-FC8D436419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7200" y="1847584"/>
            <a:ext cx="4040188" cy="2436812"/>
          </a:xfrm>
        </p:spPr>
        <p:txBody>
          <a:bodyPr/>
          <a:lstStyle/>
          <a:p>
            <a:r>
              <a:rPr lang="en-US" sz="1800" dirty="0"/>
              <a:t>Highly flexible due to kernel choices and regularization hyperparameter (C)</a:t>
            </a:r>
          </a:p>
          <a:p>
            <a:r>
              <a:rPr lang="en-US" sz="1800" dirty="0"/>
              <a:t>Work well in high-dimensional spaces (computer vision, text)</a:t>
            </a:r>
          </a:p>
          <a:p>
            <a:r>
              <a:rPr lang="en-US" sz="1800" dirty="0"/>
              <a:t>Convex optimization problem – efficient solving methods</a:t>
            </a:r>
          </a:p>
          <a:p>
            <a:endParaRPr lang="en-US" sz="180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A26E0CF-A35F-A74B-A4D0-B5D5123B8AC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45026" y="1294142"/>
            <a:ext cx="4041775" cy="479822"/>
          </a:xfr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pPr algn="ctr"/>
            <a:r>
              <a:rPr lang="en-US" dirty="0">
                <a:solidFill>
                  <a:schemeClr val="tx2"/>
                </a:solidFill>
              </a:rPr>
              <a:t>Disadvantages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87A1846-AEC5-494A-8AA1-36C2C7E825F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45026" y="1847584"/>
            <a:ext cx="4041775" cy="2436812"/>
          </a:xfrm>
        </p:spPr>
        <p:txBody>
          <a:bodyPr/>
          <a:lstStyle/>
          <a:p>
            <a:r>
              <a:rPr lang="en-US" sz="1800" dirty="0"/>
              <a:t>Often outperformed by other models (random forests or neural networks)</a:t>
            </a:r>
          </a:p>
          <a:p>
            <a:r>
              <a:rPr lang="en-US" sz="1800" dirty="0"/>
              <a:t>Difficult to train on large datasets (with kernel)</a:t>
            </a:r>
          </a:p>
          <a:p>
            <a:r>
              <a:rPr lang="en-US" sz="1800" dirty="0"/>
              <a:t>No inherent probabilistic output – created via post-processing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BDEE4D3C-882D-2B49-88AA-FBD8BBA78560}"/>
              </a:ext>
            </a:extLst>
          </p:cNvPr>
          <p:cNvSpPr/>
          <p:nvPr/>
        </p:nvSpPr>
        <p:spPr>
          <a:xfrm>
            <a:off x="809204" y="4227751"/>
            <a:ext cx="7064347" cy="471754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SVMs generally work well on “short and fat” datasets</a:t>
            </a:r>
          </a:p>
        </p:txBody>
      </p:sp>
    </p:spTree>
    <p:extLst>
      <p:ext uri="{BB962C8B-B14F-4D97-AF65-F5344CB8AC3E}">
        <p14:creationId xmlns:p14="http://schemas.microsoft.com/office/powerpoint/2010/main" val="536075260"/>
      </p:ext>
    </p:extLst>
  </p:cSld>
  <p:clrMapOvr>
    <a:masterClrMapping/>
  </p:clrMapOvr>
</p:sld>
</file>

<file path=ppt/theme/theme1.xml><?xml version="1.0" encoding="utf-8"?>
<a:theme xmlns:a="http://schemas.openxmlformats.org/drawingml/2006/main" name="pratt-template-aerial-wid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ratt-template-photo-2019  -  Compatibility Mode" id="{D42B5714-30A2-CD4D-AF08-507A411B0D58}" vid="{297FEE61-2E36-AA47-ADC1-104B8049ECE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87348</TotalTime>
  <Words>3359</Words>
  <Application>Microsoft Macintosh PowerPoint</Application>
  <PresentationFormat>On-screen Show (16:9)</PresentationFormat>
  <Paragraphs>537</Paragraphs>
  <Slides>55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55</vt:i4>
      </vt:variant>
    </vt:vector>
  </HeadingPairs>
  <TitlesOfParts>
    <vt:vector size="61" baseType="lpstr">
      <vt:lpstr>Cambria Math</vt:lpstr>
      <vt:lpstr>Calibri</vt:lpstr>
      <vt:lpstr>Open Sans</vt:lpstr>
      <vt:lpstr>Arial</vt:lpstr>
      <vt:lpstr>Times New Roman</vt:lpstr>
      <vt:lpstr>pratt-template-aerial-wide</vt:lpstr>
      <vt:lpstr>Modeling Process &amp; Algorithms  Week 5</vt:lpstr>
      <vt:lpstr>PowerPoint Presentation</vt:lpstr>
      <vt:lpstr>Classification</vt:lpstr>
      <vt:lpstr>Let’s Tackle a Classification Problem</vt:lpstr>
      <vt:lpstr>Solution: Predict the Probability y=1</vt:lpstr>
      <vt:lpstr>Solution: Predict the Probability y=1</vt:lpstr>
      <vt:lpstr>Estimating the parameters</vt:lpstr>
      <vt:lpstr>Maximum likelihood estimation</vt:lpstr>
      <vt:lpstr>Maximum likelihood estimation</vt:lpstr>
      <vt:lpstr>Maximum likelihood estimation</vt:lpstr>
      <vt:lpstr>Maximum likelihood estimation</vt:lpstr>
      <vt:lpstr>Gradient Descent</vt:lpstr>
      <vt:lpstr>Gradient descent</vt:lpstr>
      <vt:lpstr>Gradient descent example</vt:lpstr>
      <vt:lpstr>Learning rate</vt:lpstr>
      <vt:lpstr>Gradient Descent demo</vt:lpstr>
      <vt:lpstr>Batch gradient descent on NLL</vt:lpstr>
      <vt:lpstr>Batch gradient descent on NLL</vt:lpstr>
      <vt:lpstr>Recap so far</vt:lpstr>
      <vt:lpstr>Logistic regression in SKLearn</vt:lpstr>
      <vt:lpstr>Decision boundary</vt:lpstr>
      <vt:lpstr>What if we have more than two classes?</vt:lpstr>
      <vt:lpstr>Predicting multiple classes</vt:lpstr>
      <vt:lpstr>Softmax regression</vt:lpstr>
      <vt:lpstr>Softmax regression</vt:lpstr>
      <vt:lpstr>Softmax regression</vt:lpstr>
      <vt:lpstr>K Nearest Neighbors</vt:lpstr>
      <vt:lpstr>K Nearest Neighbors</vt:lpstr>
      <vt:lpstr>K Nearest Neighbors</vt:lpstr>
      <vt:lpstr>K Nearest Neighbors</vt:lpstr>
      <vt:lpstr>K Nearest Neighbors</vt:lpstr>
      <vt:lpstr>Nearest Neighbor Search</vt:lpstr>
      <vt:lpstr>Support Vector Machines</vt:lpstr>
      <vt:lpstr>Support Vector Machines</vt:lpstr>
      <vt:lpstr>History</vt:lpstr>
      <vt:lpstr>Innovations of SVM</vt:lpstr>
      <vt:lpstr>Support Vector Classifiers</vt:lpstr>
      <vt:lpstr>Support Vector Classifiers</vt:lpstr>
      <vt:lpstr>What are support vectors?</vt:lpstr>
      <vt:lpstr>What are support vectors?</vt:lpstr>
      <vt:lpstr>Building the SVC model</vt:lpstr>
      <vt:lpstr>How to calculate the margin?</vt:lpstr>
      <vt:lpstr>Building the SVC model</vt:lpstr>
      <vt:lpstr>Building the SVC model</vt:lpstr>
      <vt:lpstr>Soft Margin SVC</vt:lpstr>
      <vt:lpstr>Soft margin SVC</vt:lpstr>
      <vt:lpstr>Soft margin SVC</vt:lpstr>
      <vt:lpstr>Soft Margin SVC</vt:lpstr>
      <vt:lpstr>Nonlinear SVC</vt:lpstr>
      <vt:lpstr>Polynomial kernels</vt:lpstr>
      <vt:lpstr>Polynomial kernels</vt:lpstr>
      <vt:lpstr>Radial basis function kernel</vt:lpstr>
      <vt:lpstr>SVC in Scikit Learn</vt:lpstr>
      <vt:lpstr>Platt Scaling</vt:lpstr>
      <vt:lpstr>SVC pros and cons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Sourcing Data for Analytics: Introduction  Week 1    </dc:title>
  <dc:creator>Jon Reifschneider</dc:creator>
  <cp:lastModifiedBy>Jon Reifschneider</cp:lastModifiedBy>
  <cp:revision>742</cp:revision>
  <cp:lastPrinted>2021-02-18T22:07:51Z</cp:lastPrinted>
  <dcterms:created xsi:type="dcterms:W3CDTF">2020-08-17T17:32:42Z</dcterms:created>
  <dcterms:modified xsi:type="dcterms:W3CDTF">2025-09-24T12:56:01Z</dcterms:modified>
</cp:coreProperties>
</file>